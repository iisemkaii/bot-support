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Aldrich" panose="02000000000000000000"/>
      <p:regular r:id="rId9"/>
    </p:embeddedFont>
    <p:embeddedFont>
      <p:font typeface="Bebas Neue" panose="020B0606020202050201" pitchFamily="34" charset="0"/>
      <p:regular r:id="rId10"/>
    </p:embeddedFont>
    <p:embeddedFont>
      <p:font typeface="Montserrat" pitchFamily="2" charset="0"/>
      <p:regular r:id="rId11"/>
      <p:bold r:id="rId12"/>
      <p:italic r:id="rId13"/>
      <p:boldItalic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Saira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144284-763E-4D27-913C-8F4BC446E444}">
  <a:tblStyle styleId="{C4144284-763E-4D27-913C-8F4BC446E4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13" Type="http://schemas.openxmlformats.org/officeDocument/2006/relationships/font" Target="fonts/font5.fntdata" /><Relationship Id="rId18" Type="http://schemas.openxmlformats.org/officeDocument/2006/relationships/font" Target="fonts/font10.fntdata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font" Target="fonts/font13.fntdata" /><Relationship Id="rId7" Type="http://schemas.openxmlformats.org/officeDocument/2006/relationships/slide" Target="slides/slide6.xml" /><Relationship Id="rId12" Type="http://schemas.openxmlformats.org/officeDocument/2006/relationships/font" Target="fonts/font4.fntdata" /><Relationship Id="rId17" Type="http://schemas.openxmlformats.org/officeDocument/2006/relationships/font" Target="fonts/font9.fntdata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font" Target="fonts/font8.fntdata" /><Relationship Id="rId20" Type="http://schemas.openxmlformats.org/officeDocument/2006/relationships/font" Target="fonts/font12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3.fntdata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font" Target="fonts/font7.fntdata" /><Relationship Id="rId23" Type="http://schemas.openxmlformats.org/officeDocument/2006/relationships/presProps" Target="presProps.xml" /><Relationship Id="rId10" Type="http://schemas.openxmlformats.org/officeDocument/2006/relationships/font" Target="fonts/font2.fntdata" /><Relationship Id="rId19" Type="http://schemas.openxmlformats.org/officeDocument/2006/relationships/font" Target="fonts/font11.fntdata" /><Relationship Id="rId4" Type="http://schemas.openxmlformats.org/officeDocument/2006/relationships/slide" Target="slides/slide3.xml" /><Relationship Id="rId9" Type="http://schemas.openxmlformats.org/officeDocument/2006/relationships/font" Target="fonts/font1.fntdata" /><Relationship Id="rId14" Type="http://schemas.openxmlformats.org/officeDocument/2006/relationships/font" Target="fonts/font6.fntdata" /><Relationship Id="rId22" Type="http://schemas.openxmlformats.org/officeDocument/2006/relationships/font" Target="fonts/font14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1e81e8eaf55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1e81e8eaf55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1e81e8eaf55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1e81e8eaf55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1e81e8eaf55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1e81e8eaf55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1e81e8eaf55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g1e81e8eaf55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3d1754843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3d1754843a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6" Type="http://schemas.openxmlformats.org/officeDocument/2006/relationships/hyperlink" Target="http://bit.ly/2TtBDfr" TargetMode="External" /><Relationship Id="rId5" Type="http://schemas.openxmlformats.org/officeDocument/2006/relationships/hyperlink" Target="http://bit.ly/2TyoMsr" TargetMode="External" /><Relationship Id="rId4" Type="http://schemas.openxmlformats.org/officeDocument/2006/relationships/hyperlink" Target="https://bit.ly/3A1uf1Q" TargetMode="External" 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68675" y="1027819"/>
            <a:ext cx="6006600" cy="22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962600" y="3706181"/>
            <a:ext cx="5218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133023" y="2480375"/>
            <a:ext cx="37644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2475223" y="1291225"/>
            <a:ext cx="1080000" cy="10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5406576" y="694950"/>
            <a:ext cx="2604300" cy="375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17" name="Google Shape;17;p3"/>
          <p:cNvGrpSpPr/>
          <p:nvPr/>
        </p:nvGrpSpPr>
        <p:grpSpPr>
          <a:xfrm>
            <a:off x="8161834" y="75534"/>
            <a:ext cx="3751693" cy="1477275"/>
            <a:chOff x="8161834" y="75534"/>
            <a:chExt cx="3751693" cy="1477275"/>
          </a:xfrm>
        </p:grpSpPr>
        <p:grpSp>
          <p:nvGrpSpPr>
            <p:cNvPr id="18" name="Google Shape;18;p3"/>
            <p:cNvGrpSpPr/>
            <p:nvPr/>
          </p:nvGrpSpPr>
          <p:grpSpPr>
            <a:xfrm>
              <a:off x="8371972" y="75540"/>
              <a:ext cx="3541556" cy="1323917"/>
              <a:chOff x="2133050" y="2071900"/>
              <a:chExt cx="2132825" cy="797300"/>
            </a:xfrm>
          </p:grpSpPr>
          <p:sp>
            <p:nvSpPr>
              <p:cNvPr id="19" name="Google Shape;19;p3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3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3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3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3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" name="Google Shape;49;p3"/>
            <p:cNvSpPr/>
            <p:nvPr/>
          </p:nvSpPr>
          <p:spPr>
            <a:xfrm>
              <a:off x="8161834" y="721209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9036759" y="75534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55" name="Google Shape;55;p4"/>
          <p:cNvGrpSpPr/>
          <p:nvPr/>
        </p:nvGrpSpPr>
        <p:grpSpPr>
          <a:xfrm>
            <a:off x="-1684333" y="361707"/>
            <a:ext cx="3423458" cy="1696293"/>
            <a:chOff x="-1684333" y="361707"/>
            <a:chExt cx="3423458" cy="1696293"/>
          </a:xfrm>
        </p:grpSpPr>
        <p:grpSp>
          <p:nvGrpSpPr>
            <p:cNvPr id="56" name="Google Shape;56;p4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57" name="Google Shape;57;p4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4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8" name="Google Shape;78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45200" y="880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61775" y="7396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" name="Google Shape;80;p4"/>
          <p:cNvGrpSpPr/>
          <p:nvPr/>
        </p:nvGrpSpPr>
        <p:grpSpPr>
          <a:xfrm>
            <a:off x="7378900" y="3638900"/>
            <a:ext cx="3965187" cy="1653150"/>
            <a:chOff x="7378900" y="3638900"/>
            <a:chExt cx="3965187" cy="1653150"/>
          </a:xfrm>
        </p:grpSpPr>
        <p:grpSp>
          <p:nvGrpSpPr>
            <p:cNvPr id="81" name="Google Shape;81;p4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82" name="Google Shape;82;p4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4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2" name="Google Shape;112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78900" y="41147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67650" y="36389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>
            <a:spLocks noGrp="1"/>
          </p:cNvSpPr>
          <p:nvPr>
            <p:ph type="subTitle" idx="1"/>
          </p:nvPr>
        </p:nvSpPr>
        <p:spPr>
          <a:xfrm>
            <a:off x="1363388" y="2048300"/>
            <a:ext cx="3001500" cy="4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ubTitle" idx="2"/>
          </p:nvPr>
        </p:nvSpPr>
        <p:spPr>
          <a:xfrm>
            <a:off x="4779112" y="2048300"/>
            <a:ext cx="3001500" cy="4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18" name="Google Shape;118;p5"/>
          <p:cNvSpPr txBox="1">
            <a:spLocks noGrp="1"/>
          </p:cNvSpPr>
          <p:nvPr>
            <p:ph type="subTitle" idx="3"/>
          </p:nvPr>
        </p:nvSpPr>
        <p:spPr>
          <a:xfrm>
            <a:off x="1363388" y="2535500"/>
            <a:ext cx="3001500" cy="13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5"/>
          <p:cNvSpPr txBox="1">
            <a:spLocks noGrp="1"/>
          </p:cNvSpPr>
          <p:nvPr>
            <p:ph type="subTitle" idx="4"/>
          </p:nvPr>
        </p:nvSpPr>
        <p:spPr>
          <a:xfrm>
            <a:off x="4779110" y="2535500"/>
            <a:ext cx="3001500" cy="13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21" name="Google Shape;121;p5"/>
          <p:cNvGrpSpPr/>
          <p:nvPr/>
        </p:nvGrpSpPr>
        <p:grpSpPr>
          <a:xfrm>
            <a:off x="-500554" y="-1910625"/>
            <a:ext cx="1580562" cy="3381325"/>
            <a:chOff x="-500554" y="-1910625"/>
            <a:chExt cx="1580562" cy="3381325"/>
          </a:xfrm>
        </p:grpSpPr>
        <p:grpSp>
          <p:nvGrpSpPr>
            <p:cNvPr id="122" name="Google Shape;122;p5"/>
            <p:cNvGrpSpPr/>
            <p:nvPr/>
          </p:nvGrpSpPr>
          <p:grpSpPr>
            <a:xfrm rot="5400000" flipH="1">
              <a:off x="-1326644" y="-1084534"/>
              <a:ext cx="3232743" cy="1580562"/>
              <a:chOff x="2191675" y="4192425"/>
              <a:chExt cx="1929650" cy="943450"/>
            </a:xfrm>
          </p:grpSpPr>
          <p:sp>
            <p:nvSpPr>
              <p:cNvPr id="123" name="Google Shape;123;p5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5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5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5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5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5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5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5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5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5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5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65" name="Google Shape;165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34525" y="293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" name="Google Shape;166;p5"/>
          <p:cNvGrpSpPr/>
          <p:nvPr/>
        </p:nvGrpSpPr>
        <p:grpSpPr>
          <a:xfrm>
            <a:off x="7678750" y="3705625"/>
            <a:ext cx="2067292" cy="3199279"/>
            <a:chOff x="7678750" y="3705625"/>
            <a:chExt cx="2067292" cy="3199279"/>
          </a:xfrm>
        </p:grpSpPr>
        <p:grpSp>
          <p:nvGrpSpPr>
            <p:cNvPr id="167" name="Google Shape;167;p5"/>
            <p:cNvGrpSpPr/>
            <p:nvPr/>
          </p:nvGrpSpPr>
          <p:grpSpPr>
            <a:xfrm rot="5400000" flipH="1">
              <a:off x="7465663" y="4624525"/>
              <a:ext cx="3063126" cy="1497633"/>
              <a:chOff x="2191675" y="4192425"/>
              <a:chExt cx="1929650" cy="943450"/>
            </a:xfrm>
          </p:grpSpPr>
          <p:sp>
            <p:nvSpPr>
              <p:cNvPr id="168" name="Google Shape;168;p5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5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5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5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10" name="Google Shape;210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678750" y="41665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94800" y="37056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15" name="Google Shape;215;p6"/>
          <p:cNvGrpSpPr/>
          <p:nvPr/>
        </p:nvGrpSpPr>
        <p:grpSpPr>
          <a:xfrm>
            <a:off x="7990275" y="3274400"/>
            <a:ext cx="3920587" cy="1824125"/>
            <a:chOff x="7423500" y="3586650"/>
            <a:chExt cx="3920587" cy="1824125"/>
          </a:xfrm>
        </p:grpSpPr>
        <p:grpSp>
          <p:nvGrpSpPr>
            <p:cNvPr id="216" name="Google Shape;216;p6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217" name="Google Shape;217;p6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6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6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6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6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47" name="Google Shape;247;p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7"/>
          <p:cNvSpPr txBox="1">
            <a:spLocks noGrp="1"/>
          </p:cNvSpPr>
          <p:nvPr>
            <p:ph type="title"/>
          </p:nvPr>
        </p:nvSpPr>
        <p:spPr>
          <a:xfrm>
            <a:off x="3974167" y="788525"/>
            <a:ext cx="4175700" cy="120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7"/>
          <p:cNvSpPr txBox="1">
            <a:spLocks noGrp="1"/>
          </p:cNvSpPr>
          <p:nvPr>
            <p:ph type="body" idx="1"/>
          </p:nvPr>
        </p:nvSpPr>
        <p:spPr>
          <a:xfrm>
            <a:off x="3974169" y="1990075"/>
            <a:ext cx="4175700" cy="23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marL="914400" lvl="1" indent="-3048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54" name="Google Shape;254;p7"/>
          <p:cNvSpPr>
            <a:spLocks noGrp="1"/>
          </p:cNvSpPr>
          <p:nvPr>
            <p:ph type="pic" idx="2"/>
          </p:nvPr>
        </p:nvSpPr>
        <p:spPr>
          <a:xfrm>
            <a:off x="994131" y="694950"/>
            <a:ext cx="2540700" cy="375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255" name="Google Shape;255;p7"/>
          <p:cNvGrpSpPr/>
          <p:nvPr/>
        </p:nvGrpSpPr>
        <p:grpSpPr>
          <a:xfrm>
            <a:off x="-1776656" y="986429"/>
            <a:ext cx="3025131" cy="1757025"/>
            <a:chOff x="-1776656" y="986429"/>
            <a:chExt cx="3025131" cy="1757025"/>
          </a:xfrm>
        </p:grpSpPr>
        <p:grpSp>
          <p:nvGrpSpPr>
            <p:cNvPr id="256" name="Google Shape;256;p7"/>
            <p:cNvGrpSpPr/>
            <p:nvPr/>
          </p:nvGrpSpPr>
          <p:grpSpPr>
            <a:xfrm>
              <a:off x="-1776656" y="986429"/>
              <a:ext cx="2590356" cy="1757025"/>
              <a:chOff x="-1776656" y="986429"/>
              <a:chExt cx="2590356" cy="1757025"/>
            </a:xfrm>
          </p:grpSpPr>
          <p:grpSp>
            <p:nvGrpSpPr>
              <p:cNvPr id="257" name="Google Shape;257;p7"/>
              <p:cNvGrpSpPr/>
              <p:nvPr/>
            </p:nvGrpSpPr>
            <p:grpSpPr>
              <a:xfrm flipH="1">
                <a:off x="-1776656" y="986429"/>
                <a:ext cx="2590356" cy="1757025"/>
                <a:chOff x="2280775" y="570800"/>
                <a:chExt cx="1702725" cy="1154950"/>
              </a:xfrm>
            </p:grpSpPr>
            <p:sp>
              <p:nvSpPr>
                <p:cNvPr id="258" name="Google Shape;258;p7"/>
                <p:cNvSpPr/>
                <p:nvPr/>
              </p:nvSpPr>
              <p:spPr>
                <a:xfrm>
                  <a:off x="2562775" y="1179175"/>
                  <a:ext cx="1420725" cy="5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29" h="21863" extrusionOk="0">
                      <a:moveTo>
                        <a:pt x="143" y="0"/>
                      </a:moveTo>
                      <a:lnTo>
                        <a:pt x="1" y="143"/>
                      </a:lnTo>
                      <a:lnTo>
                        <a:pt x="777" y="871"/>
                      </a:lnTo>
                      <a:lnTo>
                        <a:pt x="777" y="6495"/>
                      </a:lnTo>
                      <a:lnTo>
                        <a:pt x="15843" y="21831"/>
                      </a:lnTo>
                      <a:lnTo>
                        <a:pt x="15875" y="21863"/>
                      </a:lnTo>
                      <a:lnTo>
                        <a:pt x="56828" y="21863"/>
                      </a:lnTo>
                      <a:lnTo>
                        <a:pt x="56828" y="21673"/>
                      </a:lnTo>
                      <a:lnTo>
                        <a:pt x="15954" y="21673"/>
                      </a:lnTo>
                      <a:lnTo>
                        <a:pt x="983" y="6416"/>
                      </a:lnTo>
                      <a:lnTo>
                        <a:pt x="983" y="776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" name="Google Shape;259;p7"/>
                <p:cNvSpPr/>
                <p:nvPr/>
              </p:nvSpPr>
              <p:spPr>
                <a:xfrm>
                  <a:off x="2385350" y="1087275"/>
                  <a:ext cx="1598150" cy="57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26" h="22973" extrusionOk="0">
                      <a:moveTo>
                        <a:pt x="1901" y="1"/>
                      </a:moveTo>
                      <a:lnTo>
                        <a:pt x="0" y="1886"/>
                      </a:lnTo>
                      <a:lnTo>
                        <a:pt x="127" y="2013"/>
                      </a:lnTo>
                      <a:lnTo>
                        <a:pt x="1981" y="191"/>
                      </a:lnTo>
                      <a:lnTo>
                        <a:pt x="9363" y="191"/>
                      </a:lnTo>
                      <a:lnTo>
                        <a:pt x="9854" y="824"/>
                      </a:lnTo>
                      <a:lnTo>
                        <a:pt x="9854" y="8096"/>
                      </a:lnTo>
                      <a:lnTo>
                        <a:pt x="24636" y="22972"/>
                      </a:lnTo>
                      <a:lnTo>
                        <a:pt x="63925" y="22972"/>
                      </a:lnTo>
                      <a:lnTo>
                        <a:pt x="63925" y="22766"/>
                      </a:lnTo>
                      <a:lnTo>
                        <a:pt x="24715" y="22766"/>
                      </a:lnTo>
                      <a:lnTo>
                        <a:pt x="10060" y="8017"/>
                      </a:lnTo>
                      <a:lnTo>
                        <a:pt x="10060" y="745"/>
                      </a:lnTo>
                      <a:lnTo>
                        <a:pt x="945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" name="Google Shape;260;p7"/>
                <p:cNvSpPr/>
                <p:nvPr/>
              </p:nvSpPr>
              <p:spPr>
                <a:xfrm>
                  <a:off x="2329900" y="1057575"/>
                  <a:ext cx="1653600" cy="57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44" h="23163" extrusionOk="0">
                      <a:moveTo>
                        <a:pt x="0" y="0"/>
                      </a:moveTo>
                      <a:lnTo>
                        <a:pt x="0" y="190"/>
                      </a:lnTo>
                      <a:lnTo>
                        <a:pt x="12278" y="190"/>
                      </a:lnTo>
                      <a:lnTo>
                        <a:pt x="13070" y="808"/>
                      </a:lnTo>
                      <a:lnTo>
                        <a:pt x="13070" y="8777"/>
                      </a:lnTo>
                      <a:lnTo>
                        <a:pt x="27297" y="23131"/>
                      </a:lnTo>
                      <a:lnTo>
                        <a:pt x="27329" y="23162"/>
                      </a:lnTo>
                      <a:lnTo>
                        <a:pt x="66143" y="23162"/>
                      </a:lnTo>
                      <a:lnTo>
                        <a:pt x="66143" y="22972"/>
                      </a:lnTo>
                      <a:lnTo>
                        <a:pt x="27408" y="22972"/>
                      </a:lnTo>
                      <a:lnTo>
                        <a:pt x="13261" y="8698"/>
                      </a:lnTo>
                      <a:lnTo>
                        <a:pt x="13261" y="713"/>
                      </a:lnTo>
                      <a:lnTo>
                        <a:pt x="123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" name="Google Shape;261;p7"/>
                <p:cNvSpPr/>
                <p:nvPr/>
              </p:nvSpPr>
              <p:spPr>
                <a:xfrm>
                  <a:off x="2547725" y="1017975"/>
                  <a:ext cx="1435775" cy="598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431" h="23955" extrusionOk="0">
                      <a:moveTo>
                        <a:pt x="1" y="0"/>
                      </a:moveTo>
                      <a:lnTo>
                        <a:pt x="1" y="190"/>
                      </a:lnTo>
                      <a:lnTo>
                        <a:pt x="4310" y="190"/>
                      </a:lnTo>
                      <a:lnTo>
                        <a:pt x="5340" y="1172"/>
                      </a:lnTo>
                      <a:lnTo>
                        <a:pt x="5340" y="9854"/>
                      </a:lnTo>
                      <a:lnTo>
                        <a:pt x="19059" y="23922"/>
                      </a:lnTo>
                      <a:lnTo>
                        <a:pt x="19091" y="23954"/>
                      </a:lnTo>
                      <a:lnTo>
                        <a:pt x="57430" y="23954"/>
                      </a:lnTo>
                      <a:lnTo>
                        <a:pt x="57430" y="23764"/>
                      </a:lnTo>
                      <a:lnTo>
                        <a:pt x="19186" y="23764"/>
                      </a:lnTo>
                      <a:lnTo>
                        <a:pt x="5546" y="9775"/>
                      </a:lnTo>
                      <a:lnTo>
                        <a:pt x="5546" y="1093"/>
                      </a:lnTo>
                      <a:lnTo>
                        <a:pt x="438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" name="Google Shape;262;p7"/>
                <p:cNvSpPr/>
                <p:nvPr/>
              </p:nvSpPr>
              <p:spPr>
                <a:xfrm>
                  <a:off x="2442775" y="978350"/>
                  <a:ext cx="1540725" cy="613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29" h="24557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9126" y="191"/>
                      </a:lnTo>
                      <a:lnTo>
                        <a:pt x="10330" y="1522"/>
                      </a:lnTo>
                      <a:lnTo>
                        <a:pt x="10330" y="10948"/>
                      </a:lnTo>
                      <a:lnTo>
                        <a:pt x="23733" y="24509"/>
                      </a:lnTo>
                      <a:lnTo>
                        <a:pt x="23780" y="24557"/>
                      </a:lnTo>
                      <a:lnTo>
                        <a:pt x="61628" y="24557"/>
                      </a:lnTo>
                      <a:lnTo>
                        <a:pt x="61628" y="24351"/>
                      </a:lnTo>
                      <a:lnTo>
                        <a:pt x="23859" y="24351"/>
                      </a:lnTo>
                      <a:lnTo>
                        <a:pt x="10536" y="10869"/>
                      </a:lnTo>
                      <a:lnTo>
                        <a:pt x="10536" y="1442"/>
                      </a:lnTo>
                      <a:lnTo>
                        <a:pt x="92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" name="Google Shape;263;p7"/>
                <p:cNvSpPr/>
                <p:nvPr/>
              </p:nvSpPr>
              <p:spPr>
                <a:xfrm>
                  <a:off x="2676850" y="934800"/>
                  <a:ext cx="1306650" cy="637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66" h="25507" extrusionOk="0">
                      <a:moveTo>
                        <a:pt x="143" y="0"/>
                      </a:moveTo>
                      <a:lnTo>
                        <a:pt x="0" y="143"/>
                      </a:lnTo>
                      <a:lnTo>
                        <a:pt x="1965" y="2060"/>
                      </a:lnTo>
                      <a:lnTo>
                        <a:pt x="1965" y="12183"/>
                      </a:lnTo>
                      <a:lnTo>
                        <a:pt x="14845" y="25459"/>
                      </a:lnTo>
                      <a:lnTo>
                        <a:pt x="14892" y="25507"/>
                      </a:lnTo>
                      <a:lnTo>
                        <a:pt x="52265" y="25507"/>
                      </a:lnTo>
                      <a:lnTo>
                        <a:pt x="52265" y="25301"/>
                      </a:lnTo>
                      <a:lnTo>
                        <a:pt x="14972" y="25301"/>
                      </a:lnTo>
                      <a:lnTo>
                        <a:pt x="2155" y="12104"/>
                      </a:lnTo>
                      <a:lnTo>
                        <a:pt x="2155" y="1980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" name="Google Shape;264;p7"/>
                <p:cNvSpPr/>
                <p:nvPr/>
              </p:nvSpPr>
              <p:spPr>
                <a:xfrm>
                  <a:off x="2508525" y="824675"/>
                  <a:ext cx="1474975" cy="7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99" h="28914" extrusionOk="0">
                      <a:moveTo>
                        <a:pt x="3391" y="1"/>
                      </a:moveTo>
                      <a:lnTo>
                        <a:pt x="0" y="3439"/>
                      </a:lnTo>
                      <a:lnTo>
                        <a:pt x="143" y="3565"/>
                      </a:lnTo>
                      <a:lnTo>
                        <a:pt x="3470" y="207"/>
                      </a:lnTo>
                      <a:lnTo>
                        <a:pt x="6337" y="207"/>
                      </a:lnTo>
                      <a:lnTo>
                        <a:pt x="9490" y="3407"/>
                      </a:lnTo>
                      <a:lnTo>
                        <a:pt x="9490" y="16081"/>
                      </a:lnTo>
                      <a:lnTo>
                        <a:pt x="22085" y="28882"/>
                      </a:lnTo>
                      <a:lnTo>
                        <a:pt x="22101" y="28914"/>
                      </a:lnTo>
                      <a:lnTo>
                        <a:pt x="58998" y="28914"/>
                      </a:lnTo>
                      <a:lnTo>
                        <a:pt x="58998" y="28724"/>
                      </a:lnTo>
                      <a:lnTo>
                        <a:pt x="22180" y="28724"/>
                      </a:lnTo>
                      <a:lnTo>
                        <a:pt x="9680" y="16002"/>
                      </a:lnTo>
                      <a:lnTo>
                        <a:pt x="9680" y="3328"/>
                      </a:lnTo>
                      <a:lnTo>
                        <a:pt x="64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" name="Google Shape;265;p7"/>
                <p:cNvSpPr/>
                <p:nvPr/>
              </p:nvSpPr>
              <p:spPr>
                <a:xfrm>
                  <a:off x="2413850" y="804875"/>
                  <a:ext cx="1569650" cy="71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86" h="28724" extrusionOk="0">
                      <a:moveTo>
                        <a:pt x="7178" y="1"/>
                      </a:moveTo>
                      <a:lnTo>
                        <a:pt x="4738" y="2377"/>
                      </a:lnTo>
                      <a:lnTo>
                        <a:pt x="1" y="2377"/>
                      </a:lnTo>
                      <a:lnTo>
                        <a:pt x="1" y="2583"/>
                      </a:lnTo>
                      <a:lnTo>
                        <a:pt x="4817" y="2583"/>
                      </a:lnTo>
                      <a:lnTo>
                        <a:pt x="7257" y="207"/>
                      </a:lnTo>
                      <a:lnTo>
                        <a:pt x="10901" y="207"/>
                      </a:lnTo>
                      <a:lnTo>
                        <a:pt x="14259" y="3597"/>
                      </a:lnTo>
                      <a:lnTo>
                        <a:pt x="14259" y="16382"/>
                      </a:lnTo>
                      <a:lnTo>
                        <a:pt x="26347" y="28676"/>
                      </a:lnTo>
                      <a:lnTo>
                        <a:pt x="26363" y="28723"/>
                      </a:lnTo>
                      <a:lnTo>
                        <a:pt x="62785" y="28723"/>
                      </a:lnTo>
                      <a:lnTo>
                        <a:pt x="62785" y="28517"/>
                      </a:lnTo>
                      <a:lnTo>
                        <a:pt x="26442" y="28517"/>
                      </a:lnTo>
                      <a:lnTo>
                        <a:pt x="14465" y="16303"/>
                      </a:lnTo>
                      <a:lnTo>
                        <a:pt x="14465" y="3502"/>
                      </a:lnTo>
                      <a:lnTo>
                        <a:pt x="1096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" name="Google Shape;266;p7"/>
                <p:cNvSpPr/>
                <p:nvPr/>
              </p:nvSpPr>
              <p:spPr>
                <a:xfrm>
                  <a:off x="2946975" y="1316600"/>
                  <a:ext cx="1036525" cy="16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61" h="6671" extrusionOk="0">
                      <a:moveTo>
                        <a:pt x="143" y="0"/>
                      </a:moveTo>
                      <a:lnTo>
                        <a:pt x="0" y="127"/>
                      </a:lnTo>
                      <a:lnTo>
                        <a:pt x="6559" y="6670"/>
                      </a:lnTo>
                      <a:lnTo>
                        <a:pt x="41460" y="6670"/>
                      </a:lnTo>
                      <a:lnTo>
                        <a:pt x="41460" y="6464"/>
                      </a:lnTo>
                      <a:lnTo>
                        <a:pt x="6638" y="6464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" name="Google Shape;267;p7"/>
                <p:cNvSpPr/>
                <p:nvPr/>
              </p:nvSpPr>
              <p:spPr>
                <a:xfrm>
                  <a:off x="2770325" y="666250"/>
                  <a:ext cx="1213175" cy="75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7" h="30102" extrusionOk="0">
                      <a:moveTo>
                        <a:pt x="0" y="1"/>
                      </a:moveTo>
                      <a:lnTo>
                        <a:pt x="0" y="2979"/>
                      </a:lnTo>
                      <a:lnTo>
                        <a:pt x="2377" y="5292"/>
                      </a:lnTo>
                      <a:lnTo>
                        <a:pt x="2377" y="19725"/>
                      </a:lnTo>
                      <a:lnTo>
                        <a:pt x="13039" y="30102"/>
                      </a:lnTo>
                      <a:lnTo>
                        <a:pt x="48526" y="30102"/>
                      </a:lnTo>
                      <a:lnTo>
                        <a:pt x="48526" y="29912"/>
                      </a:lnTo>
                      <a:lnTo>
                        <a:pt x="13118" y="29912"/>
                      </a:lnTo>
                      <a:lnTo>
                        <a:pt x="2583" y="19630"/>
                      </a:lnTo>
                      <a:lnTo>
                        <a:pt x="2583" y="5213"/>
                      </a:lnTo>
                      <a:lnTo>
                        <a:pt x="206" y="2900"/>
                      </a:lnTo>
                      <a:lnTo>
                        <a:pt x="20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" name="Google Shape;268;p7"/>
                <p:cNvSpPr/>
                <p:nvPr/>
              </p:nvSpPr>
              <p:spPr>
                <a:xfrm>
                  <a:off x="2864575" y="798150"/>
                  <a:ext cx="1118925" cy="60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7" h="24240" extrusionOk="0">
                      <a:moveTo>
                        <a:pt x="1" y="0"/>
                      </a:moveTo>
                      <a:lnTo>
                        <a:pt x="1" y="14132"/>
                      </a:lnTo>
                      <a:lnTo>
                        <a:pt x="10140" y="24240"/>
                      </a:lnTo>
                      <a:lnTo>
                        <a:pt x="44756" y="24240"/>
                      </a:lnTo>
                      <a:lnTo>
                        <a:pt x="44756" y="24034"/>
                      </a:lnTo>
                      <a:lnTo>
                        <a:pt x="10219" y="24034"/>
                      </a:lnTo>
                      <a:lnTo>
                        <a:pt x="191" y="14053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" name="Google Shape;269;p7"/>
                <p:cNvSpPr/>
                <p:nvPr/>
              </p:nvSpPr>
              <p:spPr>
                <a:xfrm>
                  <a:off x="2857050" y="695175"/>
                  <a:ext cx="1126450" cy="68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58" h="27361" extrusionOk="0">
                      <a:moveTo>
                        <a:pt x="143" y="0"/>
                      </a:moveTo>
                      <a:lnTo>
                        <a:pt x="1" y="143"/>
                      </a:lnTo>
                      <a:lnTo>
                        <a:pt x="1680" y="1901"/>
                      </a:lnTo>
                      <a:lnTo>
                        <a:pt x="1680" y="17760"/>
                      </a:lnTo>
                      <a:lnTo>
                        <a:pt x="11503" y="27361"/>
                      </a:lnTo>
                      <a:lnTo>
                        <a:pt x="45057" y="27361"/>
                      </a:lnTo>
                      <a:lnTo>
                        <a:pt x="45057" y="27170"/>
                      </a:lnTo>
                      <a:lnTo>
                        <a:pt x="11582" y="27170"/>
                      </a:lnTo>
                      <a:lnTo>
                        <a:pt x="1886" y="17681"/>
                      </a:lnTo>
                      <a:lnTo>
                        <a:pt x="1886" y="1822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" name="Google Shape;270;p7"/>
                <p:cNvSpPr/>
                <p:nvPr/>
              </p:nvSpPr>
              <p:spPr>
                <a:xfrm>
                  <a:off x="2567525" y="596950"/>
                  <a:ext cx="1415975" cy="72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39" h="29120" extrusionOk="0">
                      <a:moveTo>
                        <a:pt x="1" y="0"/>
                      </a:moveTo>
                      <a:lnTo>
                        <a:pt x="1" y="206"/>
                      </a:lnTo>
                      <a:lnTo>
                        <a:pt x="12247" y="206"/>
                      </a:lnTo>
                      <a:lnTo>
                        <a:pt x="15241" y="3296"/>
                      </a:lnTo>
                      <a:lnTo>
                        <a:pt x="15241" y="20279"/>
                      </a:lnTo>
                      <a:lnTo>
                        <a:pt x="24256" y="29119"/>
                      </a:lnTo>
                      <a:lnTo>
                        <a:pt x="56638" y="29119"/>
                      </a:lnTo>
                      <a:lnTo>
                        <a:pt x="56638" y="28913"/>
                      </a:lnTo>
                      <a:lnTo>
                        <a:pt x="24335" y="28913"/>
                      </a:lnTo>
                      <a:lnTo>
                        <a:pt x="15447" y="20200"/>
                      </a:lnTo>
                      <a:lnTo>
                        <a:pt x="15447" y="3216"/>
                      </a:lnTo>
                      <a:lnTo>
                        <a:pt x="123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" name="Google Shape;271;p7"/>
                <p:cNvSpPr/>
                <p:nvPr/>
              </p:nvSpPr>
              <p:spPr>
                <a:xfrm>
                  <a:off x="2357225" y="1123325"/>
                  <a:ext cx="46750" cy="4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0" h="1854" extrusionOk="0">
                      <a:moveTo>
                        <a:pt x="935" y="0"/>
                      </a:moveTo>
                      <a:cubicBezTo>
                        <a:pt x="428" y="0"/>
                        <a:pt x="1" y="412"/>
                        <a:pt x="1" y="935"/>
                      </a:cubicBezTo>
                      <a:cubicBezTo>
                        <a:pt x="1" y="1442"/>
                        <a:pt x="428" y="1854"/>
                        <a:pt x="935" y="1854"/>
                      </a:cubicBezTo>
                      <a:cubicBezTo>
                        <a:pt x="1458" y="1854"/>
                        <a:pt x="1870" y="1442"/>
                        <a:pt x="1870" y="935"/>
                      </a:cubicBezTo>
                      <a:cubicBezTo>
                        <a:pt x="1870" y="412"/>
                        <a:pt x="1458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7"/>
                <p:cNvSpPr/>
                <p:nvPr/>
              </p:nvSpPr>
              <p:spPr>
                <a:xfrm>
                  <a:off x="2748525" y="633375"/>
                  <a:ext cx="46775" cy="4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1" h="1855" extrusionOk="0">
                      <a:moveTo>
                        <a:pt x="936" y="1"/>
                      </a:moveTo>
                      <a:cubicBezTo>
                        <a:pt x="413" y="1"/>
                        <a:pt x="1" y="413"/>
                        <a:pt x="1" y="920"/>
                      </a:cubicBezTo>
                      <a:cubicBezTo>
                        <a:pt x="1" y="1443"/>
                        <a:pt x="413" y="1854"/>
                        <a:pt x="936" y="1854"/>
                      </a:cubicBezTo>
                      <a:cubicBezTo>
                        <a:pt x="1443" y="1854"/>
                        <a:pt x="1870" y="1443"/>
                        <a:pt x="1870" y="920"/>
                      </a:cubicBezTo>
                      <a:cubicBezTo>
                        <a:pt x="1870" y="413"/>
                        <a:pt x="1443" y="1"/>
                        <a:pt x="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" name="Google Shape;273;p7"/>
                <p:cNvSpPr/>
                <p:nvPr/>
              </p:nvSpPr>
              <p:spPr>
                <a:xfrm>
                  <a:off x="2842800" y="682900"/>
                  <a:ext cx="46375" cy="4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5" h="1854" extrusionOk="0">
                      <a:moveTo>
                        <a:pt x="919" y="0"/>
                      </a:moveTo>
                      <a:cubicBezTo>
                        <a:pt x="412" y="0"/>
                        <a:pt x="0" y="412"/>
                        <a:pt x="0" y="919"/>
                      </a:cubicBezTo>
                      <a:cubicBezTo>
                        <a:pt x="0" y="1442"/>
                        <a:pt x="412" y="1854"/>
                        <a:pt x="919" y="1854"/>
                      </a:cubicBezTo>
                      <a:cubicBezTo>
                        <a:pt x="1442" y="1854"/>
                        <a:pt x="1854" y="1442"/>
                        <a:pt x="1854" y="919"/>
                      </a:cubicBezTo>
                      <a:cubicBezTo>
                        <a:pt x="1854" y="412"/>
                        <a:pt x="1442" y="0"/>
                        <a:pt x="9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" name="Google Shape;274;p7"/>
                <p:cNvSpPr/>
                <p:nvPr/>
              </p:nvSpPr>
              <p:spPr>
                <a:xfrm>
                  <a:off x="2530700" y="1148275"/>
                  <a:ext cx="46375" cy="4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5" h="1854" extrusionOk="0">
                      <a:moveTo>
                        <a:pt x="935" y="0"/>
                      </a:moveTo>
                      <a:cubicBezTo>
                        <a:pt x="412" y="0"/>
                        <a:pt x="1" y="412"/>
                        <a:pt x="1" y="919"/>
                      </a:cubicBezTo>
                      <a:cubicBezTo>
                        <a:pt x="1" y="1442"/>
                        <a:pt x="412" y="1854"/>
                        <a:pt x="935" y="1854"/>
                      </a:cubicBezTo>
                      <a:cubicBezTo>
                        <a:pt x="1442" y="1854"/>
                        <a:pt x="1854" y="1442"/>
                        <a:pt x="1854" y="919"/>
                      </a:cubicBezTo>
                      <a:cubicBezTo>
                        <a:pt x="1854" y="412"/>
                        <a:pt x="1442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" name="Google Shape;275;p7"/>
                <p:cNvSpPr/>
                <p:nvPr/>
              </p:nvSpPr>
              <p:spPr>
                <a:xfrm>
                  <a:off x="2916875" y="1286900"/>
                  <a:ext cx="46750" cy="4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0" h="1854" extrusionOk="0">
                      <a:moveTo>
                        <a:pt x="935" y="0"/>
                      </a:moveTo>
                      <a:cubicBezTo>
                        <a:pt x="412" y="0"/>
                        <a:pt x="0" y="412"/>
                        <a:pt x="0" y="919"/>
                      </a:cubicBezTo>
                      <a:cubicBezTo>
                        <a:pt x="0" y="1442"/>
                        <a:pt x="412" y="1854"/>
                        <a:pt x="935" y="1854"/>
                      </a:cubicBezTo>
                      <a:cubicBezTo>
                        <a:pt x="1442" y="1854"/>
                        <a:pt x="1869" y="1442"/>
                        <a:pt x="1869" y="919"/>
                      </a:cubicBezTo>
                      <a:cubicBezTo>
                        <a:pt x="1869" y="412"/>
                        <a:pt x="1442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" name="Google Shape;276;p7"/>
                <p:cNvSpPr/>
                <p:nvPr/>
              </p:nvSpPr>
              <p:spPr>
                <a:xfrm>
                  <a:off x="2280775" y="1031425"/>
                  <a:ext cx="51525" cy="5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1" h="2061" extrusionOk="0">
                      <a:moveTo>
                        <a:pt x="1031" y="207"/>
                      </a:moveTo>
                      <a:cubicBezTo>
                        <a:pt x="1490" y="207"/>
                        <a:pt x="1854" y="587"/>
                        <a:pt x="1854" y="1046"/>
                      </a:cubicBezTo>
                      <a:cubicBezTo>
                        <a:pt x="1854" y="1506"/>
                        <a:pt x="1490" y="1870"/>
                        <a:pt x="1031" y="1870"/>
                      </a:cubicBezTo>
                      <a:cubicBezTo>
                        <a:pt x="571" y="1870"/>
                        <a:pt x="191" y="1506"/>
                        <a:pt x="191" y="1046"/>
                      </a:cubicBezTo>
                      <a:cubicBezTo>
                        <a:pt x="191" y="587"/>
                        <a:pt x="571" y="207"/>
                        <a:pt x="1031" y="207"/>
                      </a:cubicBezTo>
                      <a:close/>
                      <a:moveTo>
                        <a:pt x="1031" y="1"/>
                      </a:moveTo>
                      <a:cubicBezTo>
                        <a:pt x="460" y="1"/>
                        <a:pt x="1" y="476"/>
                        <a:pt x="1" y="1030"/>
                      </a:cubicBezTo>
                      <a:cubicBezTo>
                        <a:pt x="1" y="1601"/>
                        <a:pt x="476" y="2060"/>
                        <a:pt x="1031" y="2060"/>
                      </a:cubicBezTo>
                      <a:cubicBezTo>
                        <a:pt x="1601" y="2060"/>
                        <a:pt x="2060" y="1601"/>
                        <a:pt x="2060" y="1030"/>
                      </a:cubicBezTo>
                      <a:cubicBezTo>
                        <a:pt x="2060" y="444"/>
                        <a:pt x="1585" y="1"/>
                        <a:pt x="10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" name="Google Shape;277;p7"/>
                <p:cNvSpPr/>
                <p:nvPr/>
              </p:nvSpPr>
              <p:spPr>
                <a:xfrm>
                  <a:off x="2364750" y="842900"/>
                  <a:ext cx="51525" cy="5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1" h="2077" extrusionOk="0">
                      <a:moveTo>
                        <a:pt x="1030" y="222"/>
                      </a:moveTo>
                      <a:cubicBezTo>
                        <a:pt x="1490" y="222"/>
                        <a:pt x="1870" y="603"/>
                        <a:pt x="1870" y="1062"/>
                      </a:cubicBezTo>
                      <a:cubicBezTo>
                        <a:pt x="1870" y="1506"/>
                        <a:pt x="1490" y="1886"/>
                        <a:pt x="1030" y="1886"/>
                      </a:cubicBezTo>
                      <a:cubicBezTo>
                        <a:pt x="587" y="1886"/>
                        <a:pt x="206" y="1522"/>
                        <a:pt x="206" y="1062"/>
                      </a:cubicBezTo>
                      <a:cubicBezTo>
                        <a:pt x="206" y="603"/>
                        <a:pt x="587" y="222"/>
                        <a:pt x="1030" y="222"/>
                      </a:cubicBezTo>
                      <a:close/>
                      <a:moveTo>
                        <a:pt x="1030" y="1"/>
                      </a:moveTo>
                      <a:cubicBezTo>
                        <a:pt x="460" y="1"/>
                        <a:pt x="1" y="492"/>
                        <a:pt x="1" y="1046"/>
                      </a:cubicBezTo>
                      <a:cubicBezTo>
                        <a:pt x="1" y="1617"/>
                        <a:pt x="476" y="2076"/>
                        <a:pt x="1030" y="2076"/>
                      </a:cubicBezTo>
                      <a:cubicBezTo>
                        <a:pt x="1616" y="2076"/>
                        <a:pt x="2060" y="1617"/>
                        <a:pt x="2060" y="1046"/>
                      </a:cubicBezTo>
                      <a:cubicBezTo>
                        <a:pt x="2060" y="460"/>
                        <a:pt x="1585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" name="Google Shape;278;p7"/>
                <p:cNvSpPr/>
                <p:nvPr/>
              </p:nvSpPr>
              <p:spPr>
                <a:xfrm>
                  <a:off x="2468925" y="902700"/>
                  <a:ext cx="51500" cy="5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2061" extrusionOk="0">
                      <a:moveTo>
                        <a:pt x="1030" y="207"/>
                      </a:moveTo>
                      <a:cubicBezTo>
                        <a:pt x="1489" y="207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0" y="1870"/>
                        <a:pt x="190" y="1506"/>
                        <a:pt x="190" y="1046"/>
                      </a:cubicBezTo>
                      <a:cubicBezTo>
                        <a:pt x="190" y="587"/>
                        <a:pt x="570" y="207"/>
                        <a:pt x="1030" y="207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5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1"/>
                      </a:cubicBezTo>
                      <a:cubicBezTo>
                        <a:pt x="2060" y="444"/>
                        <a:pt x="1584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" name="Google Shape;279;p7"/>
                <p:cNvSpPr/>
                <p:nvPr/>
              </p:nvSpPr>
              <p:spPr>
                <a:xfrm>
                  <a:off x="2637250" y="892800"/>
                  <a:ext cx="51500" cy="5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2061" extrusionOk="0">
                      <a:moveTo>
                        <a:pt x="1030" y="207"/>
                      </a:moveTo>
                      <a:cubicBezTo>
                        <a:pt x="1489" y="207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1" y="1870"/>
                        <a:pt x="190" y="1506"/>
                        <a:pt x="190" y="1046"/>
                      </a:cubicBezTo>
                      <a:cubicBezTo>
                        <a:pt x="190" y="587"/>
                        <a:pt x="571" y="207"/>
                        <a:pt x="1030" y="207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5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1"/>
                      </a:cubicBezTo>
                      <a:cubicBezTo>
                        <a:pt x="2060" y="444"/>
                        <a:pt x="1600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>
                  <a:off x="2394450" y="952225"/>
                  <a:ext cx="51525" cy="5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1" h="2060" extrusionOk="0">
                      <a:moveTo>
                        <a:pt x="1030" y="206"/>
                      </a:moveTo>
                      <a:cubicBezTo>
                        <a:pt x="1490" y="206"/>
                        <a:pt x="1870" y="586"/>
                        <a:pt x="1870" y="1046"/>
                      </a:cubicBezTo>
                      <a:cubicBezTo>
                        <a:pt x="1870" y="1489"/>
                        <a:pt x="1490" y="1870"/>
                        <a:pt x="1030" y="1870"/>
                      </a:cubicBezTo>
                      <a:cubicBezTo>
                        <a:pt x="587" y="1870"/>
                        <a:pt x="207" y="1505"/>
                        <a:pt x="207" y="1046"/>
                      </a:cubicBezTo>
                      <a:cubicBezTo>
                        <a:pt x="207" y="586"/>
                        <a:pt x="587" y="206"/>
                        <a:pt x="1030" y="206"/>
                      </a:cubicBezTo>
                      <a:close/>
                      <a:moveTo>
                        <a:pt x="1030" y="0"/>
                      </a:moveTo>
                      <a:cubicBezTo>
                        <a:pt x="460" y="0"/>
                        <a:pt x="1" y="475"/>
                        <a:pt x="1" y="1030"/>
                      </a:cubicBezTo>
                      <a:cubicBezTo>
                        <a:pt x="1" y="1600"/>
                        <a:pt x="476" y="2060"/>
                        <a:pt x="1030" y="2060"/>
                      </a:cubicBezTo>
                      <a:cubicBezTo>
                        <a:pt x="1617" y="2060"/>
                        <a:pt x="2060" y="1600"/>
                        <a:pt x="2060" y="1030"/>
                      </a:cubicBezTo>
                      <a:cubicBezTo>
                        <a:pt x="2060" y="444"/>
                        <a:pt x="1585" y="0"/>
                        <a:pt x="10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>
                  <a:off x="2498625" y="991825"/>
                  <a:ext cx="51500" cy="5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2060" extrusionOk="0">
                      <a:moveTo>
                        <a:pt x="1030" y="206"/>
                      </a:moveTo>
                      <a:cubicBezTo>
                        <a:pt x="1489" y="206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1" y="1870"/>
                        <a:pt x="190" y="1506"/>
                        <a:pt x="190" y="1046"/>
                      </a:cubicBezTo>
                      <a:cubicBezTo>
                        <a:pt x="190" y="587"/>
                        <a:pt x="571" y="206"/>
                        <a:pt x="1030" y="206"/>
                      </a:cubicBezTo>
                      <a:close/>
                      <a:moveTo>
                        <a:pt x="1030" y="0"/>
                      </a:moveTo>
                      <a:cubicBezTo>
                        <a:pt x="444" y="0"/>
                        <a:pt x="0" y="476"/>
                        <a:pt x="0" y="1030"/>
                      </a:cubicBezTo>
                      <a:cubicBezTo>
                        <a:pt x="0" y="1601"/>
                        <a:pt x="476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0"/>
                      </a:cubicBezTo>
                      <a:cubicBezTo>
                        <a:pt x="2060" y="444"/>
                        <a:pt x="1585" y="0"/>
                        <a:pt x="10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>
                  <a:off x="2840025" y="749025"/>
                  <a:ext cx="51525" cy="5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1" h="2061" extrusionOk="0">
                      <a:moveTo>
                        <a:pt x="1030" y="223"/>
                      </a:moveTo>
                      <a:cubicBezTo>
                        <a:pt x="1490" y="223"/>
                        <a:pt x="1870" y="603"/>
                        <a:pt x="1870" y="1047"/>
                      </a:cubicBezTo>
                      <a:cubicBezTo>
                        <a:pt x="1870" y="1506"/>
                        <a:pt x="1490" y="1886"/>
                        <a:pt x="1030" y="1886"/>
                      </a:cubicBezTo>
                      <a:cubicBezTo>
                        <a:pt x="587" y="1886"/>
                        <a:pt x="207" y="1506"/>
                        <a:pt x="207" y="1047"/>
                      </a:cubicBezTo>
                      <a:cubicBezTo>
                        <a:pt x="207" y="603"/>
                        <a:pt x="587" y="223"/>
                        <a:pt x="1030" y="223"/>
                      </a:cubicBezTo>
                      <a:close/>
                      <a:moveTo>
                        <a:pt x="1030" y="1"/>
                      </a:moveTo>
                      <a:cubicBezTo>
                        <a:pt x="460" y="1"/>
                        <a:pt x="1" y="476"/>
                        <a:pt x="1" y="1031"/>
                      </a:cubicBezTo>
                      <a:cubicBezTo>
                        <a:pt x="1" y="1601"/>
                        <a:pt x="476" y="2060"/>
                        <a:pt x="1030" y="2060"/>
                      </a:cubicBezTo>
                      <a:cubicBezTo>
                        <a:pt x="1617" y="2060"/>
                        <a:pt x="2060" y="1601"/>
                        <a:pt x="2060" y="1031"/>
                      </a:cubicBezTo>
                      <a:cubicBezTo>
                        <a:pt x="2060" y="460"/>
                        <a:pt x="1601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>
                  <a:off x="2518425" y="570800"/>
                  <a:ext cx="51500" cy="5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2061" extrusionOk="0">
                      <a:moveTo>
                        <a:pt x="1030" y="223"/>
                      </a:moveTo>
                      <a:cubicBezTo>
                        <a:pt x="1490" y="223"/>
                        <a:pt x="1854" y="603"/>
                        <a:pt x="1854" y="1046"/>
                      </a:cubicBezTo>
                      <a:cubicBezTo>
                        <a:pt x="1854" y="1506"/>
                        <a:pt x="1490" y="1886"/>
                        <a:pt x="1030" y="1886"/>
                      </a:cubicBezTo>
                      <a:cubicBezTo>
                        <a:pt x="571" y="1886"/>
                        <a:pt x="191" y="1506"/>
                        <a:pt x="191" y="1046"/>
                      </a:cubicBezTo>
                      <a:cubicBezTo>
                        <a:pt x="191" y="603"/>
                        <a:pt x="571" y="223"/>
                        <a:pt x="1030" y="223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6" y="2060"/>
                        <a:pt x="1030" y="2060"/>
                      </a:cubicBezTo>
                      <a:cubicBezTo>
                        <a:pt x="1601" y="2060"/>
                        <a:pt x="2060" y="1601"/>
                        <a:pt x="2060" y="1031"/>
                      </a:cubicBezTo>
                      <a:cubicBezTo>
                        <a:pt x="2060" y="460"/>
                        <a:pt x="1585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84" name="Google Shape;284;p7"/>
              <p:cNvSpPr/>
              <p:nvPr/>
            </p:nvSpPr>
            <p:spPr>
              <a:xfrm flipH="1">
                <a:off x="-621102" y="1681604"/>
                <a:ext cx="831600" cy="8316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52549"/>
                    </a:srgbClr>
                  </a:gs>
                  <a:gs pos="68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Saira"/>
                  <a:ea typeface="Saira"/>
                  <a:cs typeface="Saira"/>
                  <a:sym typeface="Saira"/>
                </a:endParaRPr>
              </a:p>
            </p:txBody>
          </p:sp>
        </p:grpSp>
        <p:pic>
          <p:nvPicPr>
            <p:cNvPr id="285" name="Google Shape;285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125" y="1276263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" name="Google Shape;286;p7"/>
          <p:cNvGrpSpPr/>
          <p:nvPr/>
        </p:nvGrpSpPr>
        <p:grpSpPr>
          <a:xfrm>
            <a:off x="7706000" y="3177613"/>
            <a:ext cx="1582102" cy="3138965"/>
            <a:chOff x="7706000" y="3177613"/>
            <a:chExt cx="1582102" cy="3138965"/>
          </a:xfrm>
        </p:grpSpPr>
        <p:grpSp>
          <p:nvGrpSpPr>
            <p:cNvPr id="287" name="Google Shape;287;p7"/>
            <p:cNvGrpSpPr/>
            <p:nvPr/>
          </p:nvGrpSpPr>
          <p:grpSpPr>
            <a:xfrm flipH="1">
              <a:off x="8246887" y="3744934"/>
              <a:ext cx="1041216" cy="2571644"/>
              <a:chOff x="4709050" y="974800"/>
              <a:chExt cx="684425" cy="1690425"/>
            </a:xfrm>
          </p:grpSpPr>
          <p:sp>
            <p:nvSpPr>
              <p:cNvPr id="288" name="Google Shape;288;p7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7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7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7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7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7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7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7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7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7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7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7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7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7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7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7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7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7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7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7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7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09" name="Google Shape;309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772900" y="3177613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706000" y="407713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14" name="Google Shape;314;p8"/>
          <p:cNvGrpSpPr/>
          <p:nvPr/>
        </p:nvGrpSpPr>
        <p:grpSpPr>
          <a:xfrm>
            <a:off x="126425" y="3058850"/>
            <a:ext cx="1694475" cy="3126028"/>
            <a:chOff x="126425" y="3058850"/>
            <a:chExt cx="1694475" cy="3126028"/>
          </a:xfrm>
        </p:grpSpPr>
        <p:grpSp>
          <p:nvGrpSpPr>
            <p:cNvPr id="315" name="Google Shape;315;p8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316" name="Google Shape;316;p8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8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8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8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8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8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8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8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8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8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37" name="Google Shape;337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43550" y="39231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126425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8"/>
          <p:cNvGrpSpPr/>
          <p:nvPr/>
        </p:nvGrpSpPr>
        <p:grpSpPr>
          <a:xfrm>
            <a:off x="7114525" y="-120600"/>
            <a:ext cx="3487326" cy="2515170"/>
            <a:chOff x="7114525" y="-120600"/>
            <a:chExt cx="3487326" cy="2515170"/>
          </a:xfrm>
        </p:grpSpPr>
        <p:grpSp>
          <p:nvGrpSpPr>
            <p:cNvPr id="341" name="Google Shape;341;p8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342" name="Google Shape;342;p8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8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8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8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8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8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8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8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8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8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8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8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8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8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8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8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8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8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68" name="Google Shape;36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145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902550" y="-1206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073525" y="1016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"/>
          <p:cNvSpPr txBox="1">
            <a:spLocks noGrp="1"/>
          </p:cNvSpPr>
          <p:nvPr>
            <p:ph type="title"/>
          </p:nvPr>
        </p:nvSpPr>
        <p:spPr>
          <a:xfrm>
            <a:off x="2241450" y="1583838"/>
            <a:ext cx="4661100" cy="9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4" name="Google Shape;374;p9"/>
          <p:cNvSpPr txBox="1">
            <a:spLocks noGrp="1"/>
          </p:cNvSpPr>
          <p:nvPr>
            <p:ph type="subTitle" idx="1"/>
          </p:nvPr>
        </p:nvSpPr>
        <p:spPr>
          <a:xfrm>
            <a:off x="2241450" y="2565163"/>
            <a:ext cx="4661100" cy="9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75" name="Google Shape;375;p9"/>
          <p:cNvGrpSpPr/>
          <p:nvPr/>
        </p:nvGrpSpPr>
        <p:grpSpPr>
          <a:xfrm>
            <a:off x="-1684333" y="361707"/>
            <a:ext cx="3490358" cy="1733468"/>
            <a:chOff x="-1684333" y="361707"/>
            <a:chExt cx="3490358" cy="1733468"/>
          </a:xfrm>
        </p:grpSpPr>
        <p:grpSp>
          <p:nvGrpSpPr>
            <p:cNvPr id="376" name="Google Shape;376;p9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377" name="Google Shape;377;p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98" name="Google Shape;398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28675" y="7617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37750" y="91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0" name="Google Shape;400;p9"/>
          <p:cNvGrpSpPr/>
          <p:nvPr/>
        </p:nvGrpSpPr>
        <p:grpSpPr>
          <a:xfrm>
            <a:off x="7323150" y="3559675"/>
            <a:ext cx="4020937" cy="1950500"/>
            <a:chOff x="7323150" y="3559675"/>
            <a:chExt cx="4020937" cy="1950500"/>
          </a:xfrm>
        </p:grpSpPr>
        <p:grpSp>
          <p:nvGrpSpPr>
            <p:cNvPr id="401" name="Google Shape;401;p9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402" name="Google Shape;402;p9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9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9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9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9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9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9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9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9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9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9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9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9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32" name="Google Shape;432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23150" y="4207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82150" y="3559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63950" y="433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1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38" name="Google Shape;438;p10"/>
          <p:cNvGrpSpPr/>
          <p:nvPr/>
        </p:nvGrpSpPr>
        <p:grpSpPr>
          <a:xfrm>
            <a:off x="-1642006" y="-243575"/>
            <a:ext cx="3539356" cy="2528970"/>
            <a:chOff x="-1642006" y="-243575"/>
            <a:chExt cx="3539356" cy="2528970"/>
          </a:xfrm>
        </p:grpSpPr>
        <p:grpSp>
          <p:nvGrpSpPr>
            <p:cNvPr id="439" name="Google Shape;439;p10"/>
            <p:cNvGrpSpPr/>
            <p:nvPr/>
          </p:nvGrpSpPr>
          <p:grpSpPr>
            <a:xfrm flipH="1">
              <a:off x="-1642006" y="159248"/>
              <a:ext cx="3134546" cy="2126147"/>
              <a:chOff x="2280775" y="570800"/>
              <a:chExt cx="1702725" cy="1154950"/>
            </a:xfrm>
          </p:grpSpPr>
          <p:sp>
            <p:nvSpPr>
              <p:cNvPr id="440" name="Google Shape;440;p10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0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0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0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0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0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0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0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0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0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0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0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0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0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0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10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0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0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0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0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0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0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0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0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0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0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66" name="Google Shape;466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293125" y="8881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20000" y="633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-243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9" name="Google Shape;469;p10"/>
          <p:cNvGrpSpPr/>
          <p:nvPr/>
        </p:nvGrpSpPr>
        <p:grpSpPr>
          <a:xfrm>
            <a:off x="7370500" y="2551650"/>
            <a:ext cx="1600406" cy="3176028"/>
            <a:chOff x="7370500" y="2551650"/>
            <a:chExt cx="1600406" cy="3176028"/>
          </a:xfrm>
        </p:grpSpPr>
        <p:grpSp>
          <p:nvGrpSpPr>
            <p:cNvPr id="470" name="Google Shape;470;p10"/>
            <p:cNvGrpSpPr/>
            <p:nvPr/>
          </p:nvGrpSpPr>
          <p:grpSpPr>
            <a:xfrm flipH="1">
              <a:off x="7929690" y="3156034"/>
              <a:ext cx="1041216" cy="2571644"/>
              <a:chOff x="4709050" y="974800"/>
              <a:chExt cx="684425" cy="1690425"/>
            </a:xfrm>
          </p:grpSpPr>
          <p:sp>
            <p:nvSpPr>
              <p:cNvPr id="471" name="Google Shape;471;p10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10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0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0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0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0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0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0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0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0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0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0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0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10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0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0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0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0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0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0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0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92" name="Google Shape;492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08525" y="2551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70500" y="35032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1"/>
          <p:cNvSpPr txBox="1">
            <a:spLocks noGrp="1"/>
          </p:cNvSpPr>
          <p:nvPr>
            <p:ph type="title" hasCustomPrompt="1"/>
          </p:nvPr>
        </p:nvSpPr>
        <p:spPr>
          <a:xfrm>
            <a:off x="2159550" y="1527013"/>
            <a:ext cx="4824900" cy="117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7" name="Google Shape;497;p11"/>
          <p:cNvSpPr txBox="1">
            <a:spLocks noGrp="1"/>
          </p:cNvSpPr>
          <p:nvPr>
            <p:ph type="subTitle" idx="1"/>
          </p:nvPr>
        </p:nvSpPr>
        <p:spPr>
          <a:xfrm>
            <a:off x="2159550" y="3051213"/>
            <a:ext cx="48249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grpSp>
        <p:nvGrpSpPr>
          <p:cNvPr id="498" name="Google Shape;498;p11"/>
          <p:cNvGrpSpPr/>
          <p:nvPr/>
        </p:nvGrpSpPr>
        <p:grpSpPr>
          <a:xfrm>
            <a:off x="-1684333" y="361707"/>
            <a:ext cx="3475508" cy="1748318"/>
            <a:chOff x="-1684333" y="361707"/>
            <a:chExt cx="3475508" cy="1748318"/>
          </a:xfrm>
        </p:grpSpPr>
        <p:grpSp>
          <p:nvGrpSpPr>
            <p:cNvPr id="499" name="Google Shape;499;p11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500" name="Google Shape;500;p11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1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1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1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11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11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1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11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1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1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1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1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1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1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1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1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1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1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11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11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11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521" name="Google Shape;521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13825" y="746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2" name="Google Shape;522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15425" y="932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3" name="Google Shape;523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29575" y="4211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4" name="Google Shape;524;p11"/>
          <p:cNvGrpSpPr/>
          <p:nvPr/>
        </p:nvGrpSpPr>
        <p:grpSpPr>
          <a:xfrm>
            <a:off x="7315700" y="3550475"/>
            <a:ext cx="4028387" cy="1908650"/>
            <a:chOff x="7315700" y="3550475"/>
            <a:chExt cx="4028387" cy="1908650"/>
          </a:xfrm>
        </p:grpSpPr>
        <p:grpSp>
          <p:nvGrpSpPr>
            <p:cNvPr id="525" name="Google Shape;525;p11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526" name="Google Shape;526;p11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1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11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11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11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11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11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11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11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11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1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1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11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11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11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11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11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11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11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11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11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11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11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11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11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11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11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11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11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11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556" name="Google Shape;556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15700" y="42817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7" name="Google Shape;557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89575" y="35504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8" name="Google Shape;558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41625" y="42817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13"/>
          <p:cNvSpPr txBox="1">
            <a:spLocks noGrp="1"/>
          </p:cNvSpPr>
          <p:nvPr>
            <p:ph type="title" hasCustomPrompt="1"/>
          </p:nvPr>
        </p:nvSpPr>
        <p:spPr>
          <a:xfrm>
            <a:off x="1293604" y="16086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3" name="Google Shape;563;p13"/>
          <p:cNvSpPr txBox="1">
            <a:spLocks noGrp="1"/>
          </p:cNvSpPr>
          <p:nvPr>
            <p:ph type="title" idx="2" hasCustomPrompt="1"/>
          </p:nvPr>
        </p:nvSpPr>
        <p:spPr>
          <a:xfrm>
            <a:off x="3883926" y="16086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4" name="Google Shape;564;p13"/>
          <p:cNvSpPr txBox="1">
            <a:spLocks noGrp="1"/>
          </p:cNvSpPr>
          <p:nvPr>
            <p:ph type="title" idx="3" hasCustomPrompt="1"/>
          </p:nvPr>
        </p:nvSpPr>
        <p:spPr>
          <a:xfrm>
            <a:off x="6471600" y="16086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5" name="Google Shape;565;p13"/>
          <p:cNvSpPr txBox="1">
            <a:spLocks noGrp="1"/>
          </p:cNvSpPr>
          <p:nvPr>
            <p:ph type="title" idx="4" hasCustomPrompt="1"/>
          </p:nvPr>
        </p:nvSpPr>
        <p:spPr>
          <a:xfrm>
            <a:off x="1293604" y="31694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6" name="Google Shape;566;p13"/>
          <p:cNvSpPr txBox="1">
            <a:spLocks noGrp="1"/>
          </p:cNvSpPr>
          <p:nvPr>
            <p:ph type="title" idx="5" hasCustomPrompt="1"/>
          </p:nvPr>
        </p:nvSpPr>
        <p:spPr>
          <a:xfrm>
            <a:off x="3883926" y="31694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7" name="Google Shape;567;p13"/>
          <p:cNvSpPr txBox="1">
            <a:spLocks noGrp="1"/>
          </p:cNvSpPr>
          <p:nvPr>
            <p:ph type="title" idx="6" hasCustomPrompt="1"/>
          </p:nvPr>
        </p:nvSpPr>
        <p:spPr>
          <a:xfrm>
            <a:off x="6471600" y="31694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8" name="Google Shape;568;p13"/>
          <p:cNvSpPr txBox="1">
            <a:spLocks noGrp="1"/>
          </p:cNvSpPr>
          <p:nvPr>
            <p:ph type="title" idx="7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13"/>
          <p:cNvSpPr txBox="1">
            <a:spLocks noGrp="1"/>
          </p:cNvSpPr>
          <p:nvPr>
            <p:ph type="subTitle" idx="1"/>
          </p:nvPr>
        </p:nvSpPr>
        <p:spPr>
          <a:xfrm>
            <a:off x="720002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570" name="Google Shape;570;p13"/>
          <p:cNvSpPr txBox="1">
            <a:spLocks noGrp="1"/>
          </p:cNvSpPr>
          <p:nvPr>
            <p:ph type="subTitle" idx="8"/>
          </p:nvPr>
        </p:nvSpPr>
        <p:spPr>
          <a:xfrm>
            <a:off x="3310324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571" name="Google Shape;571;p13"/>
          <p:cNvSpPr txBox="1">
            <a:spLocks noGrp="1"/>
          </p:cNvSpPr>
          <p:nvPr>
            <p:ph type="subTitle" idx="9"/>
          </p:nvPr>
        </p:nvSpPr>
        <p:spPr>
          <a:xfrm>
            <a:off x="5897998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572" name="Google Shape;572;p13"/>
          <p:cNvSpPr txBox="1">
            <a:spLocks noGrp="1"/>
          </p:cNvSpPr>
          <p:nvPr>
            <p:ph type="subTitle" idx="13"/>
          </p:nvPr>
        </p:nvSpPr>
        <p:spPr>
          <a:xfrm>
            <a:off x="720002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573" name="Google Shape;573;p13"/>
          <p:cNvSpPr txBox="1">
            <a:spLocks noGrp="1"/>
          </p:cNvSpPr>
          <p:nvPr>
            <p:ph type="subTitle" idx="14"/>
          </p:nvPr>
        </p:nvSpPr>
        <p:spPr>
          <a:xfrm>
            <a:off x="3310324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574" name="Google Shape;574;p13"/>
          <p:cNvSpPr txBox="1">
            <a:spLocks noGrp="1"/>
          </p:cNvSpPr>
          <p:nvPr>
            <p:ph type="subTitle" idx="15"/>
          </p:nvPr>
        </p:nvSpPr>
        <p:spPr>
          <a:xfrm>
            <a:off x="5897998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grpSp>
        <p:nvGrpSpPr>
          <p:cNvPr id="575" name="Google Shape;575;p13"/>
          <p:cNvGrpSpPr/>
          <p:nvPr/>
        </p:nvGrpSpPr>
        <p:grpSpPr>
          <a:xfrm>
            <a:off x="7594475" y="-1910625"/>
            <a:ext cx="2151567" cy="3381325"/>
            <a:chOff x="7594475" y="-1910625"/>
            <a:chExt cx="2151567" cy="3381325"/>
          </a:xfrm>
        </p:grpSpPr>
        <p:grpSp>
          <p:nvGrpSpPr>
            <p:cNvPr id="576" name="Google Shape;576;p13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577" name="Google Shape;577;p13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13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13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13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13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13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13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13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13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13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13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13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13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13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13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13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13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13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13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13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13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13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13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13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13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13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13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13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13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13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13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13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13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13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13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13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13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13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13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13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13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619" name="Google Shape;619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94475" y="-271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0" name="Google Shape;620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18950" y="293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1" name="Google Shape;621;p13"/>
          <p:cNvGrpSpPr/>
          <p:nvPr/>
        </p:nvGrpSpPr>
        <p:grpSpPr>
          <a:xfrm>
            <a:off x="-500554" y="3650100"/>
            <a:ext cx="2057554" cy="3254804"/>
            <a:chOff x="-500554" y="3650100"/>
            <a:chExt cx="2057554" cy="3254804"/>
          </a:xfrm>
        </p:grpSpPr>
        <p:grpSp>
          <p:nvGrpSpPr>
            <p:cNvPr id="622" name="Google Shape;622;p13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623" name="Google Shape;623;p13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13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13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13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3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13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13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3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3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3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3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3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665" name="Google Shape;665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79650" y="41928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6" name="Google Shape;666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501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1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670" name="Google Shape;670;p14"/>
          <p:cNvGrpSpPr/>
          <p:nvPr/>
        </p:nvGrpSpPr>
        <p:grpSpPr>
          <a:xfrm rot="5400000">
            <a:off x="-1448144" y="5026619"/>
            <a:ext cx="4021700" cy="1824125"/>
            <a:chOff x="7322388" y="3586650"/>
            <a:chExt cx="4021700" cy="1824125"/>
          </a:xfrm>
        </p:grpSpPr>
        <p:grpSp>
          <p:nvGrpSpPr>
            <p:cNvPr id="671" name="Google Shape;671;p14"/>
            <p:cNvGrpSpPr/>
            <p:nvPr/>
          </p:nvGrpSpPr>
          <p:grpSpPr>
            <a:xfrm>
              <a:off x="7872231" y="3702559"/>
              <a:ext cx="3471856" cy="1323917"/>
              <a:chOff x="2175025" y="2071900"/>
              <a:chExt cx="2090850" cy="797300"/>
            </a:xfrm>
          </p:grpSpPr>
          <p:sp>
            <p:nvSpPr>
              <p:cNvPr id="672" name="Google Shape;672;p14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14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14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14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14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14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14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14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14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14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14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14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14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14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14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14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14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14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14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14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14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14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14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14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14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14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698" name="Google Shape;698;p1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9" name="Google Shape;699;p1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0" name="Google Shape;700;p1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22388" y="41727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1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15"/>
          <p:cNvSpPr txBox="1">
            <a:spLocks noGrp="1"/>
          </p:cNvSpPr>
          <p:nvPr>
            <p:ph type="subTitle" idx="1"/>
          </p:nvPr>
        </p:nvSpPr>
        <p:spPr>
          <a:xfrm>
            <a:off x="720000" y="1212525"/>
            <a:ext cx="7704000" cy="25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04" name="Google Shape;704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05" name="Google Shape;705;p15"/>
          <p:cNvGrpSpPr/>
          <p:nvPr/>
        </p:nvGrpSpPr>
        <p:grpSpPr>
          <a:xfrm>
            <a:off x="7564750" y="1350338"/>
            <a:ext cx="3035971" cy="2240336"/>
            <a:chOff x="7564750" y="1350338"/>
            <a:chExt cx="3035971" cy="2240336"/>
          </a:xfrm>
        </p:grpSpPr>
        <p:grpSp>
          <p:nvGrpSpPr>
            <p:cNvPr id="706" name="Google Shape;706;p15"/>
            <p:cNvGrpSpPr/>
            <p:nvPr/>
          </p:nvGrpSpPr>
          <p:grpSpPr>
            <a:xfrm>
              <a:off x="8010366" y="1833648"/>
              <a:ext cx="2590356" cy="1757025"/>
              <a:chOff x="2280775" y="570800"/>
              <a:chExt cx="1702725" cy="1154950"/>
            </a:xfrm>
          </p:grpSpPr>
          <p:sp>
            <p:nvSpPr>
              <p:cNvPr id="707" name="Google Shape;707;p15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15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15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15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15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15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15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15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15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15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15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15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15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15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15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15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15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15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15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15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15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15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15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15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15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15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33" name="Google Shape;733;p1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64750" y="212348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4" name="Google Shape;734;p1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18950" y="135033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1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16"/>
          <p:cNvSpPr txBox="1">
            <a:spLocks noGrp="1"/>
          </p:cNvSpPr>
          <p:nvPr>
            <p:ph type="subTitle" idx="1"/>
          </p:nvPr>
        </p:nvSpPr>
        <p:spPr>
          <a:xfrm>
            <a:off x="1203288" y="2119550"/>
            <a:ext cx="3900900" cy="22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738" name="Google Shape;738;p16"/>
          <p:cNvSpPr txBox="1">
            <a:spLocks noGrp="1"/>
          </p:cNvSpPr>
          <p:nvPr>
            <p:ph type="title"/>
          </p:nvPr>
        </p:nvSpPr>
        <p:spPr>
          <a:xfrm>
            <a:off x="1203288" y="818650"/>
            <a:ext cx="3900900" cy="130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39" name="Google Shape;739;p16"/>
          <p:cNvGrpSpPr/>
          <p:nvPr/>
        </p:nvGrpSpPr>
        <p:grpSpPr>
          <a:xfrm rot="5400000">
            <a:off x="-1245187" y="4798400"/>
            <a:ext cx="3920587" cy="1824125"/>
            <a:chOff x="7423500" y="3586650"/>
            <a:chExt cx="3920587" cy="1824125"/>
          </a:xfrm>
        </p:grpSpPr>
        <p:grpSp>
          <p:nvGrpSpPr>
            <p:cNvPr id="740" name="Google Shape;740;p16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741" name="Google Shape;741;p16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16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16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16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16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16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16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16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16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16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16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16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16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16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16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16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16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16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16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16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16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16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16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16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16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16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6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16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16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16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1" name="Google Shape;771;p1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2" name="Google Shape;772;p1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3" name="Google Shape;773;p1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_1"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1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17"/>
          <p:cNvSpPr txBox="1">
            <a:spLocks noGrp="1"/>
          </p:cNvSpPr>
          <p:nvPr>
            <p:ph type="subTitle" idx="1"/>
          </p:nvPr>
        </p:nvSpPr>
        <p:spPr>
          <a:xfrm>
            <a:off x="2603399" y="1289100"/>
            <a:ext cx="3937200" cy="7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77" name="Google Shape;777;p17"/>
          <p:cNvSpPr txBox="1">
            <a:spLocks noGrp="1"/>
          </p:cNvSpPr>
          <p:nvPr>
            <p:ph type="title"/>
          </p:nvPr>
        </p:nvSpPr>
        <p:spPr>
          <a:xfrm>
            <a:off x="2603399" y="566400"/>
            <a:ext cx="3937200" cy="72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78" name="Google Shape;778;p17"/>
          <p:cNvSpPr>
            <a:spLocks noGrp="1"/>
          </p:cNvSpPr>
          <p:nvPr>
            <p:ph type="pic" idx="2"/>
          </p:nvPr>
        </p:nvSpPr>
        <p:spPr>
          <a:xfrm>
            <a:off x="715099" y="566400"/>
            <a:ext cx="1859700" cy="401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9" name="Google Shape;779;p17"/>
          <p:cNvSpPr>
            <a:spLocks noGrp="1"/>
          </p:cNvSpPr>
          <p:nvPr>
            <p:ph type="pic" idx="3"/>
          </p:nvPr>
        </p:nvSpPr>
        <p:spPr>
          <a:xfrm>
            <a:off x="6569199" y="566400"/>
            <a:ext cx="1859700" cy="401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0" name="Google Shape;780;p17"/>
          <p:cNvSpPr>
            <a:spLocks noGrp="1"/>
          </p:cNvSpPr>
          <p:nvPr>
            <p:ph type="pic" idx="4"/>
          </p:nvPr>
        </p:nvSpPr>
        <p:spPr>
          <a:xfrm>
            <a:off x="2983049" y="2206800"/>
            <a:ext cx="3177900" cy="237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781" name="Google Shape;781;p17"/>
          <p:cNvGrpSpPr/>
          <p:nvPr/>
        </p:nvGrpSpPr>
        <p:grpSpPr>
          <a:xfrm rot="10800000">
            <a:off x="-2949077" y="-289112"/>
            <a:ext cx="3920587" cy="1824125"/>
            <a:chOff x="7423500" y="3586650"/>
            <a:chExt cx="3920587" cy="1824125"/>
          </a:xfrm>
        </p:grpSpPr>
        <p:grpSp>
          <p:nvGrpSpPr>
            <p:cNvPr id="782" name="Google Shape;782;p17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783" name="Google Shape;783;p17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7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7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7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7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7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7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17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7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7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7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7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7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7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7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7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17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17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7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17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17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7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17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17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7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17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17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7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17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17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813" name="Google Shape;813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4" name="Google Shape;814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5" name="Google Shape;815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6" name="Google Shape;816;p17"/>
          <p:cNvGrpSpPr/>
          <p:nvPr/>
        </p:nvGrpSpPr>
        <p:grpSpPr>
          <a:xfrm rot="5400000">
            <a:off x="7181806" y="4282888"/>
            <a:ext cx="3920587" cy="1824125"/>
            <a:chOff x="7423500" y="3586650"/>
            <a:chExt cx="3920587" cy="1824125"/>
          </a:xfrm>
        </p:grpSpPr>
        <p:grpSp>
          <p:nvGrpSpPr>
            <p:cNvPr id="817" name="Google Shape;817;p17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818" name="Google Shape;818;p17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7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17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17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17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17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17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17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17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17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17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17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17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17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17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17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17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17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17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17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17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17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17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17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17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17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17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17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17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17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848" name="Google Shape;848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9" name="Google Shape;849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0" name="Google Shape;850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1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18"/>
          <p:cNvSpPr txBox="1">
            <a:spLocks noGrp="1"/>
          </p:cNvSpPr>
          <p:nvPr>
            <p:ph type="subTitle" idx="1"/>
          </p:nvPr>
        </p:nvSpPr>
        <p:spPr>
          <a:xfrm>
            <a:off x="720000" y="1212525"/>
            <a:ext cx="77040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54" name="Google Shape;85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855" name="Google Shape;855;p18"/>
          <p:cNvGrpSpPr/>
          <p:nvPr/>
        </p:nvGrpSpPr>
        <p:grpSpPr>
          <a:xfrm>
            <a:off x="7880700" y="361707"/>
            <a:ext cx="3463387" cy="1573618"/>
            <a:chOff x="7880700" y="361707"/>
            <a:chExt cx="3463387" cy="1573618"/>
          </a:xfrm>
        </p:grpSpPr>
        <p:grpSp>
          <p:nvGrpSpPr>
            <p:cNvPr id="856" name="Google Shape;856;p18"/>
            <p:cNvGrpSpPr/>
            <p:nvPr/>
          </p:nvGrpSpPr>
          <p:grpSpPr>
            <a:xfrm flipH="1">
              <a:off x="8436907" y="361707"/>
              <a:ext cx="2907181" cy="1177348"/>
              <a:chOff x="2442775" y="3274750"/>
              <a:chExt cx="1690025" cy="684425"/>
            </a:xfrm>
          </p:grpSpPr>
          <p:sp>
            <p:nvSpPr>
              <p:cNvPr id="857" name="Google Shape;857;p18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18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18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18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18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18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18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18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18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18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18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18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18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18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8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8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8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8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18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8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8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878" name="Google Shape;878;p1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80700" y="7579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1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19"/>
          <p:cNvSpPr txBox="1">
            <a:spLocks noGrp="1"/>
          </p:cNvSpPr>
          <p:nvPr>
            <p:ph type="subTitle" idx="1"/>
          </p:nvPr>
        </p:nvSpPr>
        <p:spPr>
          <a:xfrm>
            <a:off x="720000" y="1644675"/>
            <a:ext cx="23364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882" name="Google Shape;882;p19"/>
          <p:cNvSpPr txBox="1">
            <a:spLocks noGrp="1"/>
          </p:cNvSpPr>
          <p:nvPr>
            <p:ph type="subTitle" idx="2"/>
          </p:nvPr>
        </p:nvSpPr>
        <p:spPr>
          <a:xfrm>
            <a:off x="720000" y="2324084"/>
            <a:ext cx="2336400" cy="17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83" name="Google Shape;883;p19"/>
          <p:cNvSpPr txBox="1">
            <a:spLocks noGrp="1"/>
          </p:cNvSpPr>
          <p:nvPr>
            <p:ph type="subTitle" idx="3"/>
          </p:nvPr>
        </p:nvSpPr>
        <p:spPr>
          <a:xfrm>
            <a:off x="3403800" y="2324084"/>
            <a:ext cx="2336400" cy="17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84" name="Google Shape;884;p19"/>
          <p:cNvSpPr txBox="1">
            <a:spLocks noGrp="1"/>
          </p:cNvSpPr>
          <p:nvPr>
            <p:ph type="subTitle" idx="4"/>
          </p:nvPr>
        </p:nvSpPr>
        <p:spPr>
          <a:xfrm>
            <a:off x="6087600" y="2324084"/>
            <a:ext cx="2336400" cy="17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85" name="Google Shape;88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86" name="Google Shape;886;p19"/>
          <p:cNvSpPr txBox="1">
            <a:spLocks noGrp="1"/>
          </p:cNvSpPr>
          <p:nvPr>
            <p:ph type="subTitle" idx="5"/>
          </p:nvPr>
        </p:nvSpPr>
        <p:spPr>
          <a:xfrm>
            <a:off x="3403800" y="1644675"/>
            <a:ext cx="23364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887" name="Google Shape;887;p19"/>
          <p:cNvSpPr txBox="1">
            <a:spLocks noGrp="1"/>
          </p:cNvSpPr>
          <p:nvPr>
            <p:ph type="subTitle" idx="6"/>
          </p:nvPr>
        </p:nvSpPr>
        <p:spPr>
          <a:xfrm>
            <a:off x="6087600" y="1644675"/>
            <a:ext cx="23364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grpSp>
        <p:nvGrpSpPr>
          <p:cNvPr id="888" name="Google Shape;888;p19"/>
          <p:cNvGrpSpPr/>
          <p:nvPr/>
        </p:nvGrpSpPr>
        <p:grpSpPr>
          <a:xfrm>
            <a:off x="-500554" y="3675900"/>
            <a:ext cx="2068704" cy="3229004"/>
            <a:chOff x="-500554" y="3675900"/>
            <a:chExt cx="2068704" cy="3229004"/>
          </a:xfrm>
        </p:grpSpPr>
        <p:grpSp>
          <p:nvGrpSpPr>
            <p:cNvPr id="889" name="Google Shape;889;p19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890" name="Google Shape;890;p19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19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19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19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19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19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19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19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19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19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19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19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19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19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19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19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19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19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19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9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9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19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9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9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9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19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9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19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19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19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9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9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9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9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9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19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9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9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9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19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19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19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32" name="Google Shape;932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90800" y="41665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3" name="Google Shape;933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759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4" name="Google Shape;934;p19"/>
          <p:cNvGrpSpPr/>
          <p:nvPr/>
        </p:nvGrpSpPr>
        <p:grpSpPr>
          <a:xfrm>
            <a:off x="7605625" y="-1910625"/>
            <a:ext cx="2140417" cy="3377600"/>
            <a:chOff x="7605625" y="-1910625"/>
            <a:chExt cx="2140417" cy="3377600"/>
          </a:xfrm>
        </p:grpSpPr>
        <p:grpSp>
          <p:nvGrpSpPr>
            <p:cNvPr id="935" name="Google Shape;935;p19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936" name="Google Shape;936;p19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19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19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19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19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19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19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19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19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19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19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19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19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19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19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19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19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19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19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19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19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19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19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19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19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19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19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19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19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19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19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19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19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19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19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19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19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19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19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19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19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19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78" name="Google Shape;978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605625" y="-275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9" name="Google Shape;979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00350" y="2896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1" name="Google Shape;981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20"/>
          <p:cNvSpPr txBox="1">
            <a:spLocks noGrp="1"/>
          </p:cNvSpPr>
          <p:nvPr>
            <p:ph type="subTitle" idx="1"/>
          </p:nvPr>
        </p:nvSpPr>
        <p:spPr>
          <a:xfrm>
            <a:off x="862425" y="1208737"/>
            <a:ext cx="3441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983" name="Google Shape;983;p20"/>
          <p:cNvSpPr txBox="1">
            <a:spLocks noGrp="1"/>
          </p:cNvSpPr>
          <p:nvPr>
            <p:ph type="subTitle" idx="2"/>
          </p:nvPr>
        </p:nvSpPr>
        <p:spPr>
          <a:xfrm>
            <a:off x="862435" y="1693537"/>
            <a:ext cx="3441300" cy="121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4" name="Google Shape;984;p20"/>
          <p:cNvSpPr txBox="1">
            <a:spLocks noGrp="1"/>
          </p:cNvSpPr>
          <p:nvPr>
            <p:ph type="subTitle" idx="3"/>
          </p:nvPr>
        </p:nvSpPr>
        <p:spPr>
          <a:xfrm>
            <a:off x="4840290" y="1693537"/>
            <a:ext cx="3441300" cy="121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20"/>
          <p:cNvSpPr txBox="1">
            <a:spLocks noGrp="1"/>
          </p:cNvSpPr>
          <p:nvPr>
            <p:ph type="subTitle" idx="4"/>
          </p:nvPr>
        </p:nvSpPr>
        <p:spPr>
          <a:xfrm>
            <a:off x="862410" y="3312062"/>
            <a:ext cx="3441300" cy="121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6" name="Google Shape;986;p20"/>
          <p:cNvSpPr txBox="1">
            <a:spLocks noGrp="1"/>
          </p:cNvSpPr>
          <p:nvPr>
            <p:ph type="subTitle" idx="5"/>
          </p:nvPr>
        </p:nvSpPr>
        <p:spPr>
          <a:xfrm>
            <a:off x="4840263" y="3312062"/>
            <a:ext cx="3441300" cy="121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20"/>
          <p:cNvSpPr txBox="1">
            <a:spLocks noGrp="1"/>
          </p:cNvSpPr>
          <p:nvPr>
            <p:ph type="subTitle" idx="6"/>
          </p:nvPr>
        </p:nvSpPr>
        <p:spPr>
          <a:xfrm>
            <a:off x="862425" y="2827262"/>
            <a:ext cx="3441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989" name="Google Shape;989;p20"/>
          <p:cNvSpPr txBox="1">
            <a:spLocks noGrp="1"/>
          </p:cNvSpPr>
          <p:nvPr>
            <p:ph type="subTitle" idx="7"/>
          </p:nvPr>
        </p:nvSpPr>
        <p:spPr>
          <a:xfrm>
            <a:off x="4840284" y="1208737"/>
            <a:ext cx="3441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990" name="Google Shape;990;p20"/>
          <p:cNvSpPr txBox="1">
            <a:spLocks noGrp="1"/>
          </p:cNvSpPr>
          <p:nvPr>
            <p:ph type="subTitle" idx="8"/>
          </p:nvPr>
        </p:nvSpPr>
        <p:spPr>
          <a:xfrm>
            <a:off x="4840284" y="2827262"/>
            <a:ext cx="3441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grpSp>
        <p:nvGrpSpPr>
          <p:cNvPr id="991" name="Google Shape;991;p20"/>
          <p:cNvGrpSpPr/>
          <p:nvPr/>
        </p:nvGrpSpPr>
        <p:grpSpPr>
          <a:xfrm>
            <a:off x="-1776656" y="2034654"/>
            <a:ext cx="3040006" cy="1757025"/>
            <a:chOff x="-1776656" y="2034654"/>
            <a:chExt cx="3040006" cy="1757025"/>
          </a:xfrm>
        </p:grpSpPr>
        <p:grpSp>
          <p:nvGrpSpPr>
            <p:cNvPr id="992" name="Google Shape;992;p20"/>
            <p:cNvGrpSpPr/>
            <p:nvPr/>
          </p:nvGrpSpPr>
          <p:grpSpPr>
            <a:xfrm flipH="1">
              <a:off x="-1776656" y="2034654"/>
              <a:ext cx="2590356" cy="1757025"/>
              <a:chOff x="2280775" y="570800"/>
              <a:chExt cx="1702725" cy="1154950"/>
            </a:xfrm>
          </p:grpSpPr>
          <p:sp>
            <p:nvSpPr>
              <p:cNvPr id="993" name="Google Shape;993;p20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20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20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20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20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20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20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20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20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20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20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20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20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20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20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20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20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20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20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20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20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20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20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20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20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20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019" name="Google Shape;1019;p2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6000" y="232448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20" name="Google Shape;1020;p20"/>
          <p:cNvGrpSpPr/>
          <p:nvPr/>
        </p:nvGrpSpPr>
        <p:grpSpPr>
          <a:xfrm>
            <a:off x="3676700" y="3753121"/>
            <a:ext cx="1627077" cy="3154461"/>
            <a:chOff x="3676700" y="3124942"/>
            <a:chExt cx="1627077" cy="3154461"/>
          </a:xfrm>
        </p:grpSpPr>
        <p:grpSp>
          <p:nvGrpSpPr>
            <p:cNvPr id="1021" name="Google Shape;1021;p20"/>
            <p:cNvGrpSpPr/>
            <p:nvPr/>
          </p:nvGrpSpPr>
          <p:grpSpPr>
            <a:xfrm flipH="1">
              <a:off x="4262562" y="3707759"/>
              <a:ext cx="1041216" cy="2571644"/>
              <a:chOff x="4709050" y="974800"/>
              <a:chExt cx="684425" cy="1690425"/>
            </a:xfrm>
          </p:grpSpPr>
          <p:sp>
            <p:nvSpPr>
              <p:cNvPr id="1022" name="Google Shape;1022;p20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0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0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0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20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20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20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20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20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20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20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0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0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0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20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20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20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0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0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0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0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043" name="Google Shape;1043;p2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676700" y="4019813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4" name="Google Shape;1044;p2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819811" y="3124942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48" name="Google Shape;1048;p21"/>
          <p:cNvSpPr txBox="1">
            <a:spLocks noGrp="1"/>
          </p:cNvSpPr>
          <p:nvPr>
            <p:ph type="subTitle" idx="1"/>
          </p:nvPr>
        </p:nvSpPr>
        <p:spPr>
          <a:xfrm>
            <a:off x="720025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9" name="Google Shape;1049;p21"/>
          <p:cNvSpPr txBox="1">
            <a:spLocks noGrp="1"/>
          </p:cNvSpPr>
          <p:nvPr>
            <p:ph type="subTitle" idx="2"/>
          </p:nvPr>
        </p:nvSpPr>
        <p:spPr>
          <a:xfrm>
            <a:off x="3420536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0" name="Google Shape;1050;p21"/>
          <p:cNvSpPr txBox="1">
            <a:spLocks noGrp="1"/>
          </p:cNvSpPr>
          <p:nvPr>
            <p:ph type="subTitle" idx="3"/>
          </p:nvPr>
        </p:nvSpPr>
        <p:spPr>
          <a:xfrm>
            <a:off x="6121046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1" name="Google Shape;1051;p21"/>
          <p:cNvSpPr txBox="1">
            <a:spLocks noGrp="1"/>
          </p:cNvSpPr>
          <p:nvPr>
            <p:ph type="subTitle" idx="4"/>
          </p:nvPr>
        </p:nvSpPr>
        <p:spPr>
          <a:xfrm>
            <a:off x="720025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2" name="Google Shape;1052;p21"/>
          <p:cNvSpPr txBox="1">
            <a:spLocks noGrp="1"/>
          </p:cNvSpPr>
          <p:nvPr>
            <p:ph type="subTitle" idx="5"/>
          </p:nvPr>
        </p:nvSpPr>
        <p:spPr>
          <a:xfrm>
            <a:off x="3420536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3" name="Google Shape;1053;p21"/>
          <p:cNvSpPr txBox="1">
            <a:spLocks noGrp="1"/>
          </p:cNvSpPr>
          <p:nvPr>
            <p:ph type="subTitle" idx="6"/>
          </p:nvPr>
        </p:nvSpPr>
        <p:spPr>
          <a:xfrm>
            <a:off x="6121046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4" name="Google Shape;1054;p21"/>
          <p:cNvSpPr txBox="1">
            <a:spLocks noGrp="1"/>
          </p:cNvSpPr>
          <p:nvPr>
            <p:ph type="subTitle" idx="7"/>
          </p:nvPr>
        </p:nvSpPr>
        <p:spPr>
          <a:xfrm>
            <a:off x="715100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055" name="Google Shape;1055;p21"/>
          <p:cNvSpPr txBox="1">
            <a:spLocks noGrp="1"/>
          </p:cNvSpPr>
          <p:nvPr>
            <p:ph type="subTitle" idx="8"/>
          </p:nvPr>
        </p:nvSpPr>
        <p:spPr>
          <a:xfrm>
            <a:off x="3420538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056" name="Google Shape;1056;p21"/>
          <p:cNvSpPr txBox="1">
            <a:spLocks noGrp="1"/>
          </p:cNvSpPr>
          <p:nvPr>
            <p:ph type="subTitle" idx="9"/>
          </p:nvPr>
        </p:nvSpPr>
        <p:spPr>
          <a:xfrm>
            <a:off x="6125975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057" name="Google Shape;1057;p21"/>
          <p:cNvSpPr txBox="1">
            <a:spLocks noGrp="1"/>
          </p:cNvSpPr>
          <p:nvPr>
            <p:ph type="subTitle" idx="13"/>
          </p:nvPr>
        </p:nvSpPr>
        <p:spPr>
          <a:xfrm>
            <a:off x="715100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058" name="Google Shape;1058;p21"/>
          <p:cNvSpPr txBox="1">
            <a:spLocks noGrp="1"/>
          </p:cNvSpPr>
          <p:nvPr>
            <p:ph type="subTitle" idx="14"/>
          </p:nvPr>
        </p:nvSpPr>
        <p:spPr>
          <a:xfrm>
            <a:off x="3420538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059" name="Google Shape;1059;p21"/>
          <p:cNvSpPr txBox="1">
            <a:spLocks noGrp="1"/>
          </p:cNvSpPr>
          <p:nvPr>
            <p:ph type="subTitle" idx="15"/>
          </p:nvPr>
        </p:nvSpPr>
        <p:spPr>
          <a:xfrm>
            <a:off x="6125975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grpSp>
        <p:nvGrpSpPr>
          <p:cNvPr id="1060" name="Google Shape;1060;p21"/>
          <p:cNvGrpSpPr/>
          <p:nvPr/>
        </p:nvGrpSpPr>
        <p:grpSpPr>
          <a:xfrm>
            <a:off x="-1065554" y="3844475"/>
            <a:ext cx="2031529" cy="3268579"/>
            <a:chOff x="-500554" y="3636325"/>
            <a:chExt cx="2031529" cy="3268579"/>
          </a:xfrm>
        </p:grpSpPr>
        <p:grpSp>
          <p:nvGrpSpPr>
            <p:cNvPr id="1061" name="Google Shape;1061;p21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1062" name="Google Shape;1062;p21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21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21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21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21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21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21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1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1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21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1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1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1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1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21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21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21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21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21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21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1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21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21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1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21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21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21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1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1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21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21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04" name="Google Shape;1104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53625" y="41243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5" name="Google Shape;1105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363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6" name="Google Shape;1106;p21"/>
          <p:cNvGrpSpPr/>
          <p:nvPr/>
        </p:nvGrpSpPr>
        <p:grpSpPr>
          <a:xfrm>
            <a:off x="7590775" y="-1910625"/>
            <a:ext cx="2155267" cy="3391905"/>
            <a:chOff x="7590775" y="-1910625"/>
            <a:chExt cx="2155267" cy="3391905"/>
          </a:xfrm>
        </p:grpSpPr>
        <p:grpSp>
          <p:nvGrpSpPr>
            <p:cNvPr id="1107" name="Google Shape;1107;p21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1108" name="Google Shape;1108;p21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1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1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21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1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21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21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21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21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21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21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21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21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21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21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21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21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1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1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1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21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21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21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21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21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21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21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21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21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21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1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1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1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1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21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1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1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1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1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1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1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21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50" name="Google Shape;1150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90775" y="-1968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1" name="Google Shape;1151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65475" y="30393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Google Shape;1153;p2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22"/>
          <p:cNvSpPr txBox="1">
            <a:spLocks noGrp="1"/>
          </p:cNvSpPr>
          <p:nvPr>
            <p:ph type="title" hasCustomPrompt="1"/>
          </p:nvPr>
        </p:nvSpPr>
        <p:spPr>
          <a:xfrm>
            <a:off x="1070755" y="692500"/>
            <a:ext cx="36249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55" name="Google Shape;1155;p22"/>
          <p:cNvSpPr txBox="1">
            <a:spLocks noGrp="1"/>
          </p:cNvSpPr>
          <p:nvPr>
            <p:ph type="subTitle" idx="1"/>
          </p:nvPr>
        </p:nvSpPr>
        <p:spPr>
          <a:xfrm>
            <a:off x="1070755" y="1398522"/>
            <a:ext cx="36249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6" name="Google Shape;1156;p22"/>
          <p:cNvSpPr txBox="1">
            <a:spLocks noGrp="1"/>
          </p:cNvSpPr>
          <p:nvPr>
            <p:ph type="title" idx="2" hasCustomPrompt="1"/>
          </p:nvPr>
        </p:nvSpPr>
        <p:spPr>
          <a:xfrm>
            <a:off x="4448345" y="3299758"/>
            <a:ext cx="36249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57" name="Google Shape;1157;p22"/>
          <p:cNvSpPr txBox="1">
            <a:spLocks noGrp="1"/>
          </p:cNvSpPr>
          <p:nvPr>
            <p:ph type="subTitle" idx="3"/>
          </p:nvPr>
        </p:nvSpPr>
        <p:spPr>
          <a:xfrm>
            <a:off x="4448345" y="4005780"/>
            <a:ext cx="36249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8" name="Google Shape;1158;p22"/>
          <p:cNvSpPr txBox="1">
            <a:spLocks noGrp="1"/>
          </p:cNvSpPr>
          <p:nvPr>
            <p:ph type="title" idx="4" hasCustomPrompt="1"/>
          </p:nvPr>
        </p:nvSpPr>
        <p:spPr>
          <a:xfrm>
            <a:off x="2784904" y="1996128"/>
            <a:ext cx="36249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59" name="Google Shape;1159;p22"/>
          <p:cNvSpPr txBox="1">
            <a:spLocks noGrp="1"/>
          </p:cNvSpPr>
          <p:nvPr>
            <p:ph type="subTitle" idx="5"/>
          </p:nvPr>
        </p:nvSpPr>
        <p:spPr>
          <a:xfrm>
            <a:off x="2784904" y="2702150"/>
            <a:ext cx="36249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160" name="Google Shape;1160;p22"/>
          <p:cNvGrpSpPr/>
          <p:nvPr/>
        </p:nvGrpSpPr>
        <p:grpSpPr>
          <a:xfrm>
            <a:off x="56250" y="3058850"/>
            <a:ext cx="1772075" cy="3126028"/>
            <a:chOff x="56250" y="3058850"/>
            <a:chExt cx="1772075" cy="3126028"/>
          </a:xfrm>
        </p:grpSpPr>
        <p:grpSp>
          <p:nvGrpSpPr>
            <p:cNvPr id="1161" name="Google Shape;1161;p22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162" name="Google Shape;1162;p22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22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22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22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22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22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22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22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22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22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22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22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22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22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22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22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2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22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22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22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22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83" name="Google Shape;1183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4" name="Google Shape;1184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50975" y="38989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5" name="Google Shape;1185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625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6" name="Google Shape;1186;p22"/>
          <p:cNvGrpSpPr/>
          <p:nvPr/>
        </p:nvGrpSpPr>
        <p:grpSpPr>
          <a:xfrm>
            <a:off x="7036900" y="-135450"/>
            <a:ext cx="3564951" cy="2530020"/>
            <a:chOff x="7036900" y="-135450"/>
            <a:chExt cx="3564951" cy="2530020"/>
          </a:xfrm>
        </p:grpSpPr>
        <p:grpSp>
          <p:nvGrpSpPr>
            <p:cNvPr id="1187" name="Google Shape;1187;p22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188" name="Google Shape;1188;p22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22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22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22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22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22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22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22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22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22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22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22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22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22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22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22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22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22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22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22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22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22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22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2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22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22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214" name="Google Shape;1214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36900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5" name="Google Shape;1215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354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6" name="Google Shape;1216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092975" y="1032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p2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23"/>
          <p:cNvSpPr txBox="1">
            <a:spLocks noGrp="1"/>
          </p:cNvSpPr>
          <p:nvPr>
            <p:ph type="ctrTitle"/>
          </p:nvPr>
        </p:nvSpPr>
        <p:spPr>
          <a:xfrm>
            <a:off x="2429925" y="798950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20" name="Google Shape;1220;p23"/>
          <p:cNvSpPr txBox="1">
            <a:spLocks noGrp="1"/>
          </p:cNvSpPr>
          <p:nvPr>
            <p:ph type="subTitle" idx="1"/>
          </p:nvPr>
        </p:nvSpPr>
        <p:spPr>
          <a:xfrm>
            <a:off x="2425050" y="1833675"/>
            <a:ext cx="4293900" cy="10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21" name="Google Shape;1221;p23"/>
          <p:cNvGrpSpPr/>
          <p:nvPr/>
        </p:nvGrpSpPr>
        <p:grpSpPr>
          <a:xfrm>
            <a:off x="7430950" y="3601525"/>
            <a:ext cx="3913137" cy="1786950"/>
            <a:chOff x="7430950" y="3601525"/>
            <a:chExt cx="3913137" cy="1786950"/>
          </a:xfrm>
        </p:grpSpPr>
        <p:grpSp>
          <p:nvGrpSpPr>
            <p:cNvPr id="1222" name="Google Shape;1222;p23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1223" name="Google Shape;1223;p23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23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3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3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3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23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3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23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23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23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3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3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23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23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3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23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23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23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3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3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23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23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23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23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23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23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23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23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23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23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253" name="Google Shape;1253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30950" y="42111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4" name="Google Shape;1254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23050" y="3601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5" name="Google Shape;1255;p23"/>
          <p:cNvGrpSpPr/>
          <p:nvPr/>
        </p:nvGrpSpPr>
        <p:grpSpPr>
          <a:xfrm>
            <a:off x="-1684333" y="361707"/>
            <a:ext cx="3460658" cy="1718568"/>
            <a:chOff x="-1684333" y="361707"/>
            <a:chExt cx="3460658" cy="1718568"/>
          </a:xfrm>
        </p:grpSpPr>
        <p:grpSp>
          <p:nvGrpSpPr>
            <p:cNvPr id="1256" name="Google Shape;1256;p23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1257" name="Google Shape;1257;p23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23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23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23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23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23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23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23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23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23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23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23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23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23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23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23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23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23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23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23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23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278" name="Google Shape;1278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98975" y="7765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9" name="Google Shape;1279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67450" y="9029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0" name="Google Shape;1280;p23"/>
          <p:cNvSpPr txBox="1"/>
          <p:nvPr/>
        </p:nvSpPr>
        <p:spPr>
          <a:xfrm>
            <a:off x="2429925" y="2864475"/>
            <a:ext cx="4284000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CREDITS: This presentation template was created by </a:t>
            </a:r>
            <a:r>
              <a:rPr lang="es-419" sz="1000" b="1" u="sng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s-419" sz="1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, and includes icons by </a:t>
            </a:r>
            <a:r>
              <a:rPr lang="es-419" sz="1000" b="1" u="sng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s-419" sz="1000" b="1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r>
              <a:rPr lang="es-419" sz="1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and infographics &amp; images by </a:t>
            </a:r>
            <a:r>
              <a:rPr lang="es-419" sz="1000" b="1" u="sng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2" name="Google Shape;1282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3" name="Google Shape;1283;p24"/>
          <p:cNvGrpSpPr/>
          <p:nvPr/>
        </p:nvGrpSpPr>
        <p:grpSpPr>
          <a:xfrm>
            <a:off x="66900" y="3058850"/>
            <a:ext cx="1768875" cy="3126028"/>
            <a:chOff x="66900" y="3058850"/>
            <a:chExt cx="1768875" cy="3126028"/>
          </a:xfrm>
        </p:grpSpPr>
        <p:grpSp>
          <p:nvGrpSpPr>
            <p:cNvPr id="1284" name="Google Shape;1284;p24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285" name="Google Shape;1285;p24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06" name="Google Shape;1306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7" name="Google Shape;130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58425" y="38840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8" name="Google Shape;130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6900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9" name="Google Shape;1309;p24"/>
          <p:cNvGrpSpPr/>
          <p:nvPr/>
        </p:nvGrpSpPr>
        <p:grpSpPr>
          <a:xfrm>
            <a:off x="7107050" y="-104675"/>
            <a:ext cx="3494801" cy="2499245"/>
            <a:chOff x="7107050" y="-104675"/>
            <a:chExt cx="3494801" cy="2499245"/>
          </a:xfrm>
        </p:grpSpPr>
        <p:grpSp>
          <p:nvGrpSpPr>
            <p:cNvPr id="1310" name="Google Shape;1310;p24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311" name="Google Shape;1311;p24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24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24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24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24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24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24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24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24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24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24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24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24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24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24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24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24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24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37" name="Google Shape;133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07050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8" name="Google Shape;133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03050" y="-104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9" name="Google Shape;1339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00400" y="1072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" name="Google Shape;1341;p2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2" name="Google Shape;1342;p25"/>
          <p:cNvGrpSpPr/>
          <p:nvPr/>
        </p:nvGrpSpPr>
        <p:grpSpPr>
          <a:xfrm>
            <a:off x="-1684333" y="361707"/>
            <a:ext cx="3460658" cy="1726043"/>
            <a:chOff x="-1684333" y="361707"/>
            <a:chExt cx="3460658" cy="1726043"/>
          </a:xfrm>
        </p:grpSpPr>
        <p:grpSp>
          <p:nvGrpSpPr>
            <p:cNvPr id="1343" name="Google Shape;1343;p25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1344" name="Google Shape;1344;p25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25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25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25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25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25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25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25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25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25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25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25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25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25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25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5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5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25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25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25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25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65" name="Google Shape;1365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98975" y="776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6" name="Google Shape;1366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67450" y="9104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7" name="Google Shape;1367;p25"/>
          <p:cNvGrpSpPr/>
          <p:nvPr/>
        </p:nvGrpSpPr>
        <p:grpSpPr>
          <a:xfrm>
            <a:off x="7352875" y="3702559"/>
            <a:ext cx="3991212" cy="1778866"/>
            <a:chOff x="7352875" y="3702559"/>
            <a:chExt cx="3991212" cy="1778866"/>
          </a:xfrm>
        </p:grpSpPr>
        <p:grpSp>
          <p:nvGrpSpPr>
            <p:cNvPr id="1368" name="Google Shape;1368;p25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1369" name="Google Shape;1369;p25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25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25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25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25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25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25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25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25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25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25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25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25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25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5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5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5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25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25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25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5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5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25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25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25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25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25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25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25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25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99" name="Google Shape;1399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52875" y="42223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0" name="Google Shape;1400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71350" y="43040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5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slideLayout" Target="../slideLayouts/slideLayout24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6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26"/>
          <p:cNvSpPr txBox="1">
            <a:spLocks noGrp="1"/>
          </p:cNvSpPr>
          <p:nvPr>
            <p:ph type="ctrTitle"/>
          </p:nvPr>
        </p:nvSpPr>
        <p:spPr>
          <a:xfrm>
            <a:off x="1568675" y="1027819"/>
            <a:ext cx="6006600" cy="22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бот для лечения депрессии</a:t>
            </a:r>
            <a:endParaRPr/>
          </a:p>
        </p:txBody>
      </p:sp>
      <p:sp>
        <p:nvSpPr>
          <p:cNvPr id="1406" name="Google Shape;1406;p26"/>
          <p:cNvSpPr txBox="1">
            <a:spLocks noGrp="1"/>
          </p:cNvSpPr>
          <p:nvPr>
            <p:ph type="subTitle" idx="1"/>
          </p:nvPr>
        </p:nvSpPr>
        <p:spPr>
          <a:xfrm>
            <a:off x="1779300" y="3712571"/>
            <a:ext cx="52188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Android-приложение для первичной психологической поддержки и борьбы с депрессивными состояниями.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07" name="Google Shape;1407;p26"/>
          <p:cNvCxnSpPr/>
          <p:nvPr/>
        </p:nvCxnSpPr>
        <p:spPr>
          <a:xfrm>
            <a:off x="2145900" y="3459619"/>
            <a:ext cx="4852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408" name="Google Shape;1408;p26"/>
          <p:cNvGrpSpPr/>
          <p:nvPr/>
        </p:nvGrpSpPr>
        <p:grpSpPr>
          <a:xfrm>
            <a:off x="0" y="3058850"/>
            <a:ext cx="1731700" cy="3126028"/>
            <a:chOff x="0" y="3058850"/>
            <a:chExt cx="1731700" cy="3126028"/>
          </a:xfrm>
        </p:grpSpPr>
        <p:grpSp>
          <p:nvGrpSpPr>
            <p:cNvPr id="1409" name="Google Shape;1409;p26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10" name="Google Shape;1410;p26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26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26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6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6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6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6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6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6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6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6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26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26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6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6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6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6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6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6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6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6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31" name="Google Shape;1431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2" name="Google Shape;1432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3" name="Google Shape;1433;p26"/>
          <p:cNvGrpSpPr/>
          <p:nvPr/>
        </p:nvGrpSpPr>
        <p:grpSpPr>
          <a:xfrm>
            <a:off x="7093325" y="-149525"/>
            <a:ext cx="3508526" cy="2544095"/>
            <a:chOff x="7093325" y="-149525"/>
            <a:chExt cx="3508526" cy="2544095"/>
          </a:xfrm>
        </p:grpSpPr>
        <p:grpSp>
          <p:nvGrpSpPr>
            <p:cNvPr id="1434" name="Google Shape;1434;p26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35" name="Google Shape;1435;p26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6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6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26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26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26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6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6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6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6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6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6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6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6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6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6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6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6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6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6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6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6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6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6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6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6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1" name="Google Shape;1461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2" name="Google Shape;1462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3" name="Google Shape;1463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4" name="Google Shape;1464;p26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65" name="Google Shape;1465;p26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66" name="Google Shape;1466;p26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6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26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26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6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6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26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6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6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6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26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26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26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6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26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26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26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26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26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26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26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87" name="Google Shape;1487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8" name="Google Shape;1488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27"/>
          <p:cNvSpPr txBox="1">
            <a:spLocks noGrp="1"/>
          </p:cNvSpPr>
          <p:nvPr>
            <p:ph type="title"/>
          </p:nvPr>
        </p:nvSpPr>
        <p:spPr>
          <a:xfrm>
            <a:off x="720009" y="1056050"/>
            <a:ext cx="7704000" cy="29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Montserrat"/>
              <a:buChar char="●"/>
            </a:pPr>
            <a: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Доступность: </a:t>
            </a:r>
            <a:r>
              <a:rPr lang="es-419" sz="1200">
                <a:solidFill>
                  <a:srgbClr val="EDEEF0"/>
                </a:solidFill>
                <a:latin typeface="Roboto"/>
                <a:ea typeface="Roboto"/>
                <a:cs typeface="Roboto"/>
                <a:sym typeface="Roboto"/>
              </a:rPr>
              <a:t>Бот всегда под рукой</a:t>
            </a:r>
            <a:b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3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Montserrat"/>
              <a:buChar char="●"/>
            </a:pPr>
            <a: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Одиночество и изоляция:</a:t>
            </a:r>
            <a:r>
              <a:rPr lang="es-419" sz="1200">
                <a:solidFill>
                  <a:srgbClr val="EDEEF0"/>
                </a:solidFill>
                <a:latin typeface="Roboto"/>
                <a:ea typeface="Roboto"/>
                <a:cs typeface="Roboto"/>
                <a:sym typeface="Roboto"/>
              </a:rPr>
              <a:t> использует эмпатичные префиксы</a:t>
            </a:r>
            <a:b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3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400"/>
              <a:buFont typeface="Montserrat"/>
              <a:buChar char="●"/>
            </a:pPr>
            <a: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Анонимность: </a:t>
            </a:r>
            <a:r>
              <a:rPr lang="es-419" sz="1200">
                <a:solidFill>
                  <a:srgbClr val="EDEEF0"/>
                </a:solidFill>
                <a:latin typeface="Roboto"/>
                <a:ea typeface="Roboto"/>
                <a:cs typeface="Roboto"/>
                <a:sym typeface="Roboto"/>
              </a:rPr>
              <a:t>Анонимное общение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4" name="Google Shape;1494;p27"/>
          <p:cNvSpPr txBox="1">
            <a:spLocks noGrp="1"/>
          </p:cNvSpPr>
          <p:nvPr>
            <p:ph type="title" idx="7"/>
          </p:nvPr>
        </p:nvSpPr>
        <p:spPr>
          <a:xfrm>
            <a:off x="720000" y="445025"/>
            <a:ext cx="7704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-419" sz="1600" b="1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 Какую проблему решаем</a:t>
            </a:r>
            <a:endParaRPr sz="1600" b="1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-419" sz="1800" b="1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Технический стек</a:t>
            </a:r>
            <a:endParaRPr sz="1800" b="1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500" name="Google Shape;1500;p28"/>
          <p:cNvGraphicFramePr/>
          <p:nvPr>
            <p:extLst>
              <p:ext uri="{D42A27DB-BD31-4B8C-83A1-F6EECF244321}">
                <p14:modId xmlns:p14="http://schemas.microsoft.com/office/powerpoint/2010/main" val="1057140804"/>
              </p:ext>
            </p:extLst>
          </p:nvPr>
        </p:nvGraphicFramePr>
        <p:xfrm>
          <a:off x="720000" y="1548049"/>
          <a:ext cx="7619950" cy="1853970"/>
        </p:xfrm>
        <a:graphic>
          <a:graphicData uri="http://schemas.openxmlformats.org/drawingml/2006/table">
            <a:tbl>
              <a:tblPr>
                <a:noFill/>
                <a:tableStyleId>{C4144284-763E-4D27-913C-8F4BC446E444}</a:tableStyleId>
              </a:tblPr>
              <a:tblGrid>
                <a:gridCol w="240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419" sz="1000" b="1">
                          <a:solidFill>
                            <a:srgbClr val="EDEE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Язык программирования</a:t>
                      </a:r>
                      <a:endParaRPr sz="800" b="1" u="sng">
                        <a:solidFill>
                          <a:schemeClr val="dk1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419" sz="1200">
                          <a:solidFill>
                            <a:srgbClr val="EDEE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Java</a:t>
                      </a:r>
                      <a:endParaRPr sz="1000">
                        <a:solidFill>
                          <a:schemeClr val="dk1"/>
                        </a:solidFill>
                        <a:latin typeface="Saira"/>
                        <a:ea typeface="Saira"/>
                        <a:cs typeface="Saira"/>
                        <a:sym typeface="Sai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 b="1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Платформа</a:t>
                      </a:r>
                      <a:endParaRPr sz="800" b="1" u="sng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419" sz="12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Android SDK (Minimum SDK 23, Target SDK 36).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 b="1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Сборка проекта</a:t>
                      </a:r>
                      <a:endParaRPr sz="800" b="1" u="sng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419" sz="12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Gradle (Kotlin DSL)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 b="1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Архитектура UI</a:t>
                      </a:r>
                      <a:endParaRPr sz="800" b="1" u="sng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Material Design, </a:t>
                      </a:r>
                      <a:r>
                        <a:rPr lang="es-419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RecyclerView</a:t>
                      </a:r>
                      <a:r>
                        <a:rPr lang="es-419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для динамического отображения чата, </a:t>
                      </a:r>
                      <a:r>
                        <a:rPr lang="es-419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ConstraintLayout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 b="1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Логика</a:t>
                      </a:r>
                      <a:endParaRPr sz="800" b="1" u="sng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Обработка паттернов текста (Keyword matching) и управление контекстом пользователя через </a:t>
                      </a:r>
                      <a:r>
                        <a:rPr lang="es-419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HashMap</a:t>
                      </a:r>
                      <a:endParaRPr sz="10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" name="Google Shape;15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225" y="152400"/>
            <a:ext cx="214409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6" name="Google Shape;1506;p29"/>
          <p:cNvSpPr txBox="1">
            <a:spLocks noGrp="1"/>
          </p:cNvSpPr>
          <p:nvPr>
            <p:ph type="title" idx="4294967295"/>
          </p:nvPr>
        </p:nvSpPr>
        <p:spPr>
          <a:xfrm>
            <a:off x="720000" y="445025"/>
            <a:ext cx="7704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419" sz="1600" b="1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 Дизайн</a:t>
            </a:r>
            <a:endParaRPr sz="1600" b="1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1" name="Google Shape;1511;p30"/>
          <p:cNvGrpSpPr/>
          <p:nvPr/>
        </p:nvGrpSpPr>
        <p:grpSpPr>
          <a:xfrm>
            <a:off x="-1312494" y="3529769"/>
            <a:ext cx="3277952" cy="1537297"/>
            <a:chOff x="-1312494" y="3529769"/>
            <a:chExt cx="3277952" cy="1537297"/>
          </a:xfrm>
        </p:grpSpPr>
        <p:grpSp>
          <p:nvGrpSpPr>
            <p:cNvPr id="1512" name="Google Shape;1512;p30"/>
            <p:cNvGrpSpPr/>
            <p:nvPr/>
          </p:nvGrpSpPr>
          <p:grpSpPr>
            <a:xfrm>
              <a:off x="-1312494" y="3529769"/>
              <a:ext cx="2907181" cy="1177348"/>
              <a:chOff x="2442775" y="3274750"/>
              <a:chExt cx="1690025" cy="684425"/>
            </a:xfrm>
          </p:grpSpPr>
          <p:sp>
            <p:nvSpPr>
              <p:cNvPr id="1513" name="Google Shape;1513;p30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0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0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30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30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30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30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30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30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30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4" name="Google Shape;1534;p30"/>
            <p:cNvSpPr/>
            <p:nvPr/>
          </p:nvSpPr>
          <p:spPr>
            <a:xfrm>
              <a:off x="1133858" y="4080540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142333" y="4235465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</p:grpSp>
      <p:sp>
        <p:nvSpPr>
          <p:cNvPr id="1536" name="Google Shape;1536;p30"/>
          <p:cNvSpPr txBox="1">
            <a:spLocks noGrp="1"/>
          </p:cNvSpPr>
          <p:nvPr>
            <p:ph type="title" idx="4294967295"/>
          </p:nvPr>
        </p:nvSpPr>
        <p:spPr>
          <a:xfrm>
            <a:off x="3746100" y="507275"/>
            <a:ext cx="16518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419" sz="1600" b="1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заключение</a:t>
            </a:r>
            <a:endParaRPr/>
          </a:p>
        </p:txBody>
      </p:sp>
      <p:sp>
        <p:nvSpPr>
          <p:cNvPr id="1537" name="Google Shape;1537;p30"/>
          <p:cNvSpPr txBox="1"/>
          <p:nvPr/>
        </p:nvSpPr>
        <p:spPr>
          <a:xfrm>
            <a:off x="1965450" y="1030775"/>
            <a:ext cx="5266800" cy="23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Разработано легкое Android-приложение — чат-бот для </a:t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эмоциональной поддержки людей с депрессией и тревогой.</a:t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Функционал:</a:t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несколько тематических блоков (боль, одиночество, гнев, сон...)</a:t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множество вариантов ответов</a:t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Контекстная память диалога</a:t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Кризисный протокол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31"/>
          <p:cNvSpPr txBox="1">
            <a:spLocks noGrp="1"/>
          </p:cNvSpPr>
          <p:nvPr>
            <p:ph type="title" idx="4294967295"/>
          </p:nvPr>
        </p:nvSpPr>
        <p:spPr>
          <a:xfrm>
            <a:off x="0" y="1932150"/>
            <a:ext cx="9144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419" sz="1600" b="1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formation Technology Project Proposal by Slidesgo">
  <a:themeElements>
    <a:clrScheme name="Simple Light">
      <a:dk1>
        <a:srgbClr val="FFFFFF"/>
      </a:dk1>
      <a:lt1>
        <a:srgbClr val="000000"/>
      </a:lt1>
      <a:dk2>
        <a:srgbClr val="B7B7B7"/>
      </a:dk2>
      <a:lt2>
        <a:srgbClr val="EFEFEF"/>
      </a:lt2>
      <a:accent1>
        <a:srgbClr val="CCCCCC"/>
      </a:accent1>
      <a:accent2>
        <a:srgbClr val="66666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Экран (16:9)</PresentationFormat>
  <Slides>6</Slides>
  <Notes>6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Information Technology Project Proposal by Slidesgo</vt:lpstr>
      <vt:lpstr>бот для лечения депрессии</vt:lpstr>
      <vt:lpstr>Доступность: Бот всегда под рукой  Одиночество и изоляция: использует эмпатичные префиксы  Анонимность: Анонимное общение</vt:lpstr>
      <vt:lpstr>Технический стек </vt:lpstr>
      <vt:lpstr> Дизайн 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бот для лечения депрессии</dc:title>
  <cp:lastModifiedBy>azizovsemka11@gmail.com</cp:lastModifiedBy>
  <cp:revision>1</cp:revision>
  <dcterms:modified xsi:type="dcterms:W3CDTF">2026-03-21T09:26:31Z</dcterms:modified>
</cp:coreProperties>
</file>