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ldrich"/>
      <p:regular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Sair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144284-763E-4D27-913C-8F4BC446E444}">
  <a:tblStyle styleId="{C4144284-763E-4D27-913C-8F4BC446E4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22" Type="http://schemas.openxmlformats.org/officeDocument/2006/relationships/font" Target="fonts/Saira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Saira-italic.fntdata"/><Relationship Id="rId23" Type="http://schemas.openxmlformats.org/officeDocument/2006/relationships/font" Target="fonts/Sair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ai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Aldrich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e81e8eaf5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e81e8eaf5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1e81e8eaf5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1e81e8eaf5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1e81e8eaf55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1e81e8eaf55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d1754843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d1754843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>
            <p:ph idx="1" type="subTitle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2" type="subTitle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18" name="Google Shape;118;p5"/>
          <p:cNvSpPr txBox="1"/>
          <p:nvPr>
            <p:ph idx="3" type="subTitle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9" name="Google Shape;119;p5"/>
          <p:cNvSpPr txBox="1"/>
          <p:nvPr>
            <p:ph idx="4" type="subTitle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flipH="1" rot="5400000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flipH="1" rot="5400000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15" name="Google Shape;215;p6"/>
          <p:cNvGrpSpPr/>
          <p:nvPr/>
        </p:nvGrpSpPr>
        <p:grpSpPr>
          <a:xfrm>
            <a:off x="7990275" y="3274400"/>
            <a:ext cx="3920587" cy="1824125"/>
            <a:chOff x="7423500" y="3586650"/>
            <a:chExt cx="3920587" cy="1824125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47" name="Google Shape;247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/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7"/>
          <p:cNvSpPr txBox="1"/>
          <p:nvPr>
            <p:ph idx="1" type="body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54" name="Google Shape;254;p7"/>
          <p:cNvSpPr/>
          <p:nvPr>
            <p:ph idx="2" type="pic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rect b="b" l="l" r="r" t="t"/>
                  <a:pathLst>
                    <a:path extrusionOk="0" h="21863" w="56829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rect b="b" l="l" r="r" t="t"/>
                  <a:pathLst>
                    <a:path extrusionOk="0" h="22973" w="63926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rect b="b" l="l" r="r" t="t"/>
                  <a:pathLst>
                    <a:path extrusionOk="0" h="23163" w="66144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rect b="b" l="l" r="r" t="t"/>
                  <a:pathLst>
                    <a:path extrusionOk="0" h="23955" w="57431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rect b="b" l="l" r="r" t="t"/>
                  <a:pathLst>
                    <a:path extrusionOk="0" h="24557" w="61629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rect b="b" l="l" r="r" t="t"/>
                  <a:pathLst>
                    <a:path extrusionOk="0" h="25507" w="52266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rect b="b" l="l" r="r" t="t"/>
                  <a:pathLst>
                    <a:path extrusionOk="0" h="28914" w="58999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rect b="b" l="l" r="r" t="t"/>
                  <a:pathLst>
                    <a:path extrusionOk="0" h="28724" w="62786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rect b="b" l="l" r="r" t="t"/>
                  <a:pathLst>
                    <a:path extrusionOk="0" h="6671" w="41461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rect b="b" l="l" r="r" t="t"/>
                  <a:pathLst>
                    <a:path extrusionOk="0" h="30102" w="48527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rect b="b" l="l" r="r" t="t"/>
                  <a:pathLst>
                    <a:path extrusionOk="0" h="24240" w="44757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rect b="b" l="l" r="r" t="t"/>
                  <a:pathLst>
                    <a:path extrusionOk="0" h="27361" w="45058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rect b="b" l="l" r="r" t="t"/>
                  <a:pathLst>
                    <a:path extrusionOk="0" h="29120" w="56639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rect b="b" l="l" r="r" t="t"/>
                  <a:pathLst>
                    <a:path extrusionOk="0" h="1855" w="1871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rect b="b" l="l" r="r" t="t"/>
                  <a:pathLst>
                    <a:path extrusionOk="0" h="1854" w="1855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rect b="b" l="l" r="r" t="t"/>
                  <a:pathLst>
                    <a:path extrusionOk="0" h="1854" w="187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rect b="b" l="l" r="r" t="t"/>
                  <a:pathLst>
                    <a:path extrusionOk="0" h="2077" w="2061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rect b="b" l="l" r="r" t="t"/>
                  <a:pathLst>
                    <a:path extrusionOk="0" h="2060" w="2061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rect b="b" l="l" r="r" t="t"/>
                  <a:pathLst>
                    <a:path extrusionOk="0" h="2060" w="206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rect b="b" l="l" r="r" t="t"/>
                  <a:pathLst>
                    <a:path extrusionOk="0" h="2061" w="2061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rect b="b" l="l" r="r" t="t"/>
                  <a:pathLst>
                    <a:path extrusionOk="0" h="2061" w="206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/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4" name="Google Shape;374;p9"/>
          <p:cNvSpPr txBox="1"/>
          <p:nvPr>
            <p:ph idx="1" type="subTitle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/>
          <p:nvPr>
            <p:ph hasCustomPrompt="1" type="title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/>
          <p:nvPr>
            <p:ph idx="1" type="subTitle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3"/>
          <p:cNvSpPr txBox="1"/>
          <p:nvPr>
            <p:ph hasCustomPrompt="1" type="title"/>
          </p:nvPr>
        </p:nvSpPr>
        <p:spPr>
          <a:xfrm>
            <a:off x="1293604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3" name="Google Shape;563;p13"/>
          <p:cNvSpPr txBox="1"/>
          <p:nvPr>
            <p:ph hasCustomPrompt="1" idx="2" type="title"/>
          </p:nvPr>
        </p:nvSpPr>
        <p:spPr>
          <a:xfrm>
            <a:off x="3883926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/>
          <p:nvPr>
            <p:ph hasCustomPrompt="1" idx="3" type="title"/>
          </p:nvPr>
        </p:nvSpPr>
        <p:spPr>
          <a:xfrm>
            <a:off x="6471600" y="16086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5" name="Google Shape;565;p13"/>
          <p:cNvSpPr txBox="1"/>
          <p:nvPr>
            <p:ph hasCustomPrompt="1" idx="4" type="title"/>
          </p:nvPr>
        </p:nvSpPr>
        <p:spPr>
          <a:xfrm>
            <a:off x="1293604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6" name="Google Shape;566;p13"/>
          <p:cNvSpPr txBox="1"/>
          <p:nvPr>
            <p:ph hasCustomPrompt="1" idx="5" type="title"/>
          </p:nvPr>
        </p:nvSpPr>
        <p:spPr>
          <a:xfrm>
            <a:off x="3883926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/>
          <p:nvPr>
            <p:ph hasCustomPrompt="1" idx="6" type="title"/>
          </p:nvPr>
        </p:nvSpPr>
        <p:spPr>
          <a:xfrm>
            <a:off x="6471600" y="3169475"/>
            <a:ext cx="13785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8" name="Google Shape;568;p13"/>
          <p:cNvSpPr txBox="1"/>
          <p:nvPr>
            <p:ph idx="7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9" name="Google Shape;569;p13"/>
          <p:cNvSpPr txBox="1"/>
          <p:nvPr>
            <p:ph idx="1" type="subTitle"/>
          </p:nvPr>
        </p:nvSpPr>
        <p:spPr>
          <a:xfrm>
            <a:off x="720002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0" name="Google Shape;570;p13"/>
          <p:cNvSpPr txBox="1"/>
          <p:nvPr>
            <p:ph idx="8" type="subTitle"/>
          </p:nvPr>
        </p:nvSpPr>
        <p:spPr>
          <a:xfrm>
            <a:off x="3310324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1" name="Google Shape;571;p13"/>
          <p:cNvSpPr txBox="1"/>
          <p:nvPr>
            <p:ph idx="9" type="subTitle"/>
          </p:nvPr>
        </p:nvSpPr>
        <p:spPr>
          <a:xfrm>
            <a:off x="5897998" y="2130425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2" name="Google Shape;572;p13"/>
          <p:cNvSpPr txBox="1"/>
          <p:nvPr>
            <p:ph idx="13" type="subTitle"/>
          </p:nvPr>
        </p:nvSpPr>
        <p:spPr>
          <a:xfrm>
            <a:off x="720002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3" name="Google Shape;573;p13"/>
          <p:cNvSpPr txBox="1"/>
          <p:nvPr>
            <p:ph idx="14" type="subTitle"/>
          </p:nvPr>
        </p:nvSpPr>
        <p:spPr>
          <a:xfrm>
            <a:off x="3310324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574" name="Google Shape;574;p13"/>
          <p:cNvSpPr txBox="1"/>
          <p:nvPr>
            <p:ph idx="15" type="subTitle"/>
          </p:nvPr>
        </p:nvSpPr>
        <p:spPr>
          <a:xfrm>
            <a:off x="5897998" y="3708000"/>
            <a:ext cx="252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575" name="Google Shape;575;p13"/>
          <p:cNvGrpSpPr/>
          <p:nvPr/>
        </p:nvGrpSpPr>
        <p:grpSpPr>
          <a:xfrm>
            <a:off x="7594475" y="-1910625"/>
            <a:ext cx="2151567" cy="3381325"/>
            <a:chOff x="7594475" y="-1910625"/>
            <a:chExt cx="2151567" cy="3381325"/>
          </a:xfrm>
        </p:grpSpPr>
        <p:grpSp>
          <p:nvGrpSpPr>
            <p:cNvPr id="576" name="Google Shape;576;p13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19" name="Google Shape;619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4475" y="-27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0" name="Google Shape;620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1" name="Google Shape;621;p13"/>
          <p:cNvGrpSpPr/>
          <p:nvPr/>
        </p:nvGrpSpPr>
        <p:grpSpPr>
          <a:xfrm>
            <a:off x="-500554" y="3650100"/>
            <a:ext cx="2057554" cy="3254804"/>
            <a:chOff x="-500554" y="3650100"/>
            <a:chExt cx="2057554" cy="3254804"/>
          </a:xfrm>
        </p:grpSpPr>
        <p:grpSp>
          <p:nvGrpSpPr>
            <p:cNvPr id="622" name="Google Shape;622;p13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623" name="Google Shape;623;p13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3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3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65" name="Google Shape;665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79650" y="4192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6" name="Google Shape;666;p1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50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670" name="Google Shape;670;p14"/>
          <p:cNvGrpSpPr/>
          <p:nvPr/>
        </p:nvGrpSpPr>
        <p:grpSpPr>
          <a:xfrm rot="5400000">
            <a:off x="-1448144" y="5026619"/>
            <a:ext cx="4021700" cy="1824125"/>
            <a:chOff x="7322388" y="3586650"/>
            <a:chExt cx="4021700" cy="1824125"/>
          </a:xfrm>
        </p:grpSpPr>
        <p:grpSp>
          <p:nvGrpSpPr>
            <p:cNvPr id="671" name="Google Shape;671;p14"/>
            <p:cNvGrpSpPr/>
            <p:nvPr/>
          </p:nvGrpSpPr>
          <p:grpSpPr>
            <a:xfrm>
              <a:off x="7872231" y="3702559"/>
              <a:ext cx="3471856" cy="1323917"/>
              <a:chOff x="2175025" y="2071900"/>
              <a:chExt cx="2090850" cy="7973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698" name="Google Shape;698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2388" y="41727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/>
          <p:nvPr>
            <p:ph idx="1" type="subTitle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04" name="Google Shape;70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6"/>
          <p:cNvSpPr txBox="1"/>
          <p:nvPr>
            <p:ph idx="1" type="subTitle"/>
          </p:nvPr>
        </p:nvSpPr>
        <p:spPr>
          <a:xfrm>
            <a:off x="1203288" y="2119550"/>
            <a:ext cx="3900900" cy="22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738" name="Google Shape;738;p16"/>
          <p:cNvSpPr txBox="1"/>
          <p:nvPr>
            <p:ph type="title"/>
          </p:nvPr>
        </p:nvSpPr>
        <p:spPr>
          <a:xfrm>
            <a:off x="1203288" y="818650"/>
            <a:ext cx="39009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39" name="Google Shape;739;p16"/>
          <p:cNvGrpSpPr/>
          <p:nvPr/>
        </p:nvGrpSpPr>
        <p:grpSpPr>
          <a:xfrm rot="5400000">
            <a:off x="-1245187" y="4798400"/>
            <a:ext cx="3920587" cy="1824125"/>
            <a:chOff x="7423500" y="3586650"/>
            <a:chExt cx="3920587" cy="1824125"/>
          </a:xfrm>
        </p:grpSpPr>
        <p:grpSp>
          <p:nvGrpSpPr>
            <p:cNvPr id="740" name="Google Shape;740;p1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1" name="Google Shape;771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7"/>
          <p:cNvSpPr txBox="1"/>
          <p:nvPr>
            <p:ph idx="1" type="subTitle"/>
          </p:nvPr>
        </p:nvSpPr>
        <p:spPr>
          <a:xfrm>
            <a:off x="2603399" y="1289100"/>
            <a:ext cx="3937200" cy="7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77" name="Google Shape;777;p17"/>
          <p:cNvSpPr txBox="1"/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8" name="Google Shape;778;p17"/>
          <p:cNvSpPr/>
          <p:nvPr>
            <p:ph idx="2" type="pic"/>
          </p:nvPr>
        </p:nvSpPr>
        <p:spPr>
          <a:xfrm>
            <a:off x="7150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17"/>
          <p:cNvSpPr/>
          <p:nvPr>
            <p:ph idx="3" type="pic"/>
          </p:nvPr>
        </p:nvSpPr>
        <p:spPr>
          <a:xfrm>
            <a:off x="6569199" y="566400"/>
            <a:ext cx="1859700" cy="401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17"/>
          <p:cNvSpPr/>
          <p:nvPr>
            <p:ph idx="4" type="pic"/>
          </p:nvPr>
        </p:nvSpPr>
        <p:spPr>
          <a:xfrm>
            <a:off x="2983049" y="2206800"/>
            <a:ext cx="3177900" cy="237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781" name="Google Shape;781;p17"/>
          <p:cNvGrpSpPr/>
          <p:nvPr/>
        </p:nvGrpSpPr>
        <p:grpSpPr>
          <a:xfrm rot="10800000">
            <a:off x="-2949077" y="-289112"/>
            <a:ext cx="3920587" cy="1824125"/>
            <a:chOff x="7423500" y="3586650"/>
            <a:chExt cx="3920587" cy="1824125"/>
          </a:xfrm>
        </p:grpSpPr>
        <p:grpSp>
          <p:nvGrpSpPr>
            <p:cNvPr id="782" name="Google Shape;782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83" name="Google Shape;783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13" name="Google Shape;813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7"/>
          <p:cNvGrpSpPr/>
          <p:nvPr/>
        </p:nvGrpSpPr>
        <p:grpSpPr>
          <a:xfrm rot="5400000">
            <a:off x="7181806" y="4282888"/>
            <a:ext cx="3920587" cy="1824125"/>
            <a:chOff x="7423500" y="3586650"/>
            <a:chExt cx="3920587" cy="1824125"/>
          </a:xfrm>
        </p:grpSpPr>
        <p:grpSp>
          <p:nvGrpSpPr>
            <p:cNvPr id="817" name="Google Shape;817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18" name="Google Shape;818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48" name="Google Shape;848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8"/>
          <p:cNvSpPr txBox="1"/>
          <p:nvPr>
            <p:ph idx="1" type="subTitle"/>
          </p:nvPr>
        </p:nvSpPr>
        <p:spPr>
          <a:xfrm>
            <a:off x="720000" y="1212525"/>
            <a:ext cx="7704000" cy="8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855" name="Google Shape;855;p18"/>
          <p:cNvGrpSpPr/>
          <p:nvPr/>
        </p:nvGrpSpPr>
        <p:grpSpPr>
          <a:xfrm>
            <a:off x="7880700" y="361707"/>
            <a:ext cx="3463387" cy="1573618"/>
            <a:chOff x="7880700" y="361707"/>
            <a:chExt cx="3463387" cy="1573618"/>
          </a:xfrm>
        </p:grpSpPr>
        <p:grpSp>
          <p:nvGrpSpPr>
            <p:cNvPr id="856" name="Google Shape;856;p18"/>
            <p:cNvGrpSpPr/>
            <p:nvPr/>
          </p:nvGrpSpPr>
          <p:grpSpPr>
            <a:xfrm flipH="1">
              <a:off x="8436907" y="361707"/>
              <a:ext cx="2907181" cy="1177348"/>
              <a:chOff x="2442775" y="3274750"/>
              <a:chExt cx="1690025" cy="684425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8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8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8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8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8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8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8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78" name="Google Shape;878;p1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80700" y="7579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9"/>
          <p:cNvSpPr txBox="1"/>
          <p:nvPr>
            <p:ph idx="1" type="subTitle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2" name="Google Shape;882;p19"/>
          <p:cNvSpPr txBox="1"/>
          <p:nvPr>
            <p:ph idx="2" type="subTitle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3" name="Google Shape;883;p19"/>
          <p:cNvSpPr txBox="1"/>
          <p:nvPr>
            <p:ph idx="3" type="subTitle"/>
          </p:nvPr>
        </p:nvSpPr>
        <p:spPr>
          <a:xfrm>
            <a:off x="34038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4" name="Google Shape;884;p19"/>
          <p:cNvSpPr txBox="1"/>
          <p:nvPr>
            <p:ph idx="4" type="subTitle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5" name="Google Shape;88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86" name="Google Shape;886;p19"/>
          <p:cNvSpPr txBox="1"/>
          <p:nvPr>
            <p:ph idx="5" type="subTitle"/>
          </p:nvPr>
        </p:nvSpPr>
        <p:spPr>
          <a:xfrm>
            <a:off x="34038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887" name="Google Shape;887;p19"/>
          <p:cNvSpPr txBox="1"/>
          <p:nvPr>
            <p:ph idx="6" type="subTitle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888" name="Google Shape;888;p19"/>
          <p:cNvGrpSpPr/>
          <p:nvPr/>
        </p:nvGrpSpPr>
        <p:grpSpPr>
          <a:xfrm>
            <a:off x="-500554" y="3675900"/>
            <a:ext cx="2068704" cy="3229004"/>
            <a:chOff x="-500554" y="3675900"/>
            <a:chExt cx="2068704" cy="3229004"/>
          </a:xfrm>
        </p:grpSpPr>
        <p:grpSp>
          <p:nvGrpSpPr>
            <p:cNvPr id="889" name="Google Shape;889;p19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890" name="Google Shape;890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32" name="Google Shape;932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9080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75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4" name="Google Shape;934;p19"/>
          <p:cNvGrpSpPr/>
          <p:nvPr/>
        </p:nvGrpSpPr>
        <p:grpSpPr>
          <a:xfrm>
            <a:off x="7605625" y="-1910625"/>
            <a:ext cx="2140417" cy="3377600"/>
            <a:chOff x="7605625" y="-1910625"/>
            <a:chExt cx="2140417" cy="3377600"/>
          </a:xfrm>
        </p:grpSpPr>
        <p:grpSp>
          <p:nvGrpSpPr>
            <p:cNvPr id="935" name="Google Shape;935;p19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978" name="Google Shape;978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05625" y="-275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00350" y="289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20"/>
          <p:cNvSpPr txBox="1"/>
          <p:nvPr>
            <p:ph idx="1" type="subTitle"/>
          </p:nvPr>
        </p:nvSpPr>
        <p:spPr>
          <a:xfrm>
            <a:off x="862425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3" name="Google Shape;983;p20"/>
          <p:cNvSpPr txBox="1"/>
          <p:nvPr>
            <p:ph idx="2" type="subTitle"/>
          </p:nvPr>
        </p:nvSpPr>
        <p:spPr>
          <a:xfrm>
            <a:off x="862435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4" name="Google Shape;984;p20"/>
          <p:cNvSpPr txBox="1"/>
          <p:nvPr>
            <p:ph idx="3" type="subTitle"/>
          </p:nvPr>
        </p:nvSpPr>
        <p:spPr>
          <a:xfrm>
            <a:off x="4840290" y="1693537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5" name="Google Shape;985;p20"/>
          <p:cNvSpPr txBox="1"/>
          <p:nvPr>
            <p:ph idx="4" type="subTitle"/>
          </p:nvPr>
        </p:nvSpPr>
        <p:spPr>
          <a:xfrm>
            <a:off x="862410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6" name="Google Shape;986;p20"/>
          <p:cNvSpPr txBox="1"/>
          <p:nvPr>
            <p:ph idx="5" type="subTitle"/>
          </p:nvPr>
        </p:nvSpPr>
        <p:spPr>
          <a:xfrm>
            <a:off x="4840263" y="3312062"/>
            <a:ext cx="3441300" cy="1212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7" name="Google Shape;9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8" name="Google Shape;988;p20"/>
          <p:cNvSpPr txBox="1"/>
          <p:nvPr>
            <p:ph idx="6" type="subTitle"/>
          </p:nvPr>
        </p:nvSpPr>
        <p:spPr>
          <a:xfrm>
            <a:off x="862425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89" name="Google Shape;989;p20"/>
          <p:cNvSpPr txBox="1"/>
          <p:nvPr>
            <p:ph idx="7" type="subTitle"/>
          </p:nvPr>
        </p:nvSpPr>
        <p:spPr>
          <a:xfrm>
            <a:off x="4840284" y="1208737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idx="8" type="subTitle"/>
          </p:nvPr>
        </p:nvSpPr>
        <p:spPr>
          <a:xfrm>
            <a:off x="4840284" y="2827262"/>
            <a:ext cx="34413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991" name="Google Shape;991;p20"/>
          <p:cNvGrpSpPr/>
          <p:nvPr/>
        </p:nvGrpSpPr>
        <p:grpSpPr>
          <a:xfrm>
            <a:off x="-1776656" y="2034654"/>
            <a:ext cx="3040006" cy="1757025"/>
            <a:chOff x="-1776656" y="2034654"/>
            <a:chExt cx="3040006" cy="1757025"/>
          </a:xfrm>
        </p:grpSpPr>
        <p:grpSp>
          <p:nvGrpSpPr>
            <p:cNvPr id="992" name="Google Shape;992;p20"/>
            <p:cNvGrpSpPr/>
            <p:nvPr/>
          </p:nvGrpSpPr>
          <p:grpSpPr>
            <a:xfrm flipH="1">
              <a:off x="-1776656" y="2034654"/>
              <a:ext cx="2590356" cy="1757025"/>
              <a:chOff x="2280775" y="570800"/>
              <a:chExt cx="1702725" cy="1154950"/>
            </a:xfrm>
          </p:grpSpPr>
          <p:sp>
            <p:nvSpPr>
              <p:cNvPr id="993" name="Google Shape;993;p2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2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2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19" name="Google Shape;1019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6000" y="2324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0" name="Google Shape;1020;p20"/>
          <p:cNvGrpSpPr/>
          <p:nvPr/>
        </p:nvGrpSpPr>
        <p:grpSpPr>
          <a:xfrm>
            <a:off x="3676700" y="3753121"/>
            <a:ext cx="1627077" cy="3154461"/>
            <a:chOff x="3676700" y="3124942"/>
            <a:chExt cx="1627077" cy="3154461"/>
          </a:xfrm>
        </p:grpSpPr>
        <p:grpSp>
          <p:nvGrpSpPr>
            <p:cNvPr id="1021" name="Google Shape;1021;p20"/>
            <p:cNvGrpSpPr/>
            <p:nvPr/>
          </p:nvGrpSpPr>
          <p:grpSpPr>
            <a:xfrm flipH="1">
              <a:off x="4262562" y="3707759"/>
              <a:ext cx="1041216" cy="2571644"/>
              <a:chOff x="4709050" y="974800"/>
              <a:chExt cx="684425" cy="1690425"/>
            </a:xfrm>
          </p:grpSpPr>
          <p:sp>
            <p:nvSpPr>
              <p:cNvPr id="1022" name="Google Shape;1022;p2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043" name="Google Shape;1043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676700" y="40198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4" name="Google Shape;1044;p2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819811" y="3124942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8" name="Google Shape;1048;p21"/>
          <p:cNvSpPr txBox="1"/>
          <p:nvPr>
            <p:ph idx="1" type="subTitle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9" name="Google Shape;1049;p21"/>
          <p:cNvSpPr txBox="1"/>
          <p:nvPr>
            <p:ph idx="2" type="subTitle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0" name="Google Shape;1050;p21"/>
          <p:cNvSpPr txBox="1"/>
          <p:nvPr>
            <p:ph idx="3" type="subTitle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1" name="Google Shape;1051;p21"/>
          <p:cNvSpPr txBox="1"/>
          <p:nvPr>
            <p:ph idx="4" type="subTitle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2" name="Google Shape;1052;p21"/>
          <p:cNvSpPr txBox="1"/>
          <p:nvPr>
            <p:ph idx="5" type="subTitle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3" name="Google Shape;1053;p21"/>
          <p:cNvSpPr txBox="1"/>
          <p:nvPr>
            <p:ph idx="6" type="subTitle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4" name="Google Shape;1054;p21"/>
          <p:cNvSpPr txBox="1"/>
          <p:nvPr>
            <p:ph idx="7" type="subTitle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5" name="Google Shape;1055;p21"/>
          <p:cNvSpPr txBox="1"/>
          <p:nvPr>
            <p:ph idx="8" type="subTitle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6" name="Google Shape;1056;p21"/>
          <p:cNvSpPr txBox="1"/>
          <p:nvPr>
            <p:ph idx="9" type="subTitle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7" name="Google Shape;1057;p21"/>
          <p:cNvSpPr txBox="1"/>
          <p:nvPr>
            <p:ph idx="13" type="subTitle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8" name="Google Shape;1058;p21"/>
          <p:cNvSpPr txBox="1"/>
          <p:nvPr>
            <p:ph idx="14" type="subTitle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sp>
        <p:nvSpPr>
          <p:cNvPr id="1059" name="Google Shape;1059;p21"/>
          <p:cNvSpPr txBox="1"/>
          <p:nvPr>
            <p:ph idx="15" type="subTitle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/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rect b="b" l="l" r="r" t="t"/>
                <a:pathLst>
                  <a:path extrusionOk="0" h="5561" w="14386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rect b="b" l="l" r="r" t="t"/>
                <a:pathLst>
                  <a:path extrusionOk="0" h="18410" w="48765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rect b="b" l="l" r="r" t="t"/>
                <a:pathLst>
                  <a:path extrusionOk="0" h="7701" w="21341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rect b="b" l="l" r="r" t="t"/>
                <a:pathLst>
                  <a:path extrusionOk="0" h="6735" w="27709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rect b="b" l="l" r="r" t="t"/>
                <a:pathLst>
                  <a:path extrusionOk="0" h="17824" w="34791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rect b="b" l="l" r="r" t="t"/>
                <a:pathLst>
                  <a:path extrusionOk="0" h="5577" w="14386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rect b="b" l="l" r="r" t="t"/>
                <a:pathLst>
                  <a:path extrusionOk="0" h="18426" w="48748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rect b="b" l="l" r="r" t="t"/>
                <a:pathLst>
                  <a:path extrusionOk="0" h="15336" w="45786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rect b="b" l="l" r="r" t="t"/>
                <a:pathLst>
                  <a:path extrusionOk="0" h="15447" w="5648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rect b="b" l="l" r="r" t="t"/>
                <a:pathLst>
                  <a:path extrusionOk="0" h="7701" w="21309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rect b="b" l="l" r="r" t="t"/>
                <a:pathLst>
                  <a:path extrusionOk="0" h="6735" w="27694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rect b="b" l="l" r="r" t="t"/>
                <a:pathLst>
                  <a:path extrusionOk="0" h="2076" w="206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/>
          <p:nvPr>
            <p:ph hasCustomPrompt="1" type="title"/>
          </p:nvPr>
        </p:nvSpPr>
        <p:spPr>
          <a:xfrm>
            <a:off x="1070755" y="692500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5" name="Google Shape;1155;p22"/>
          <p:cNvSpPr txBox="1"/>
          <p:nvPr>
            <p:ph idx="1" type="subTitle"/>
          </p:nvPr>
        </p:nvSpPr>
        <p:spPr>
          <a:xfrm>
            <a:off x="1070755" y="1398522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6" name="Google Shape;1156;p22"/>
          <p:cNvSpPr txBox="1"/>
          <p:nvPr>
            <p:ph hasCustomPrompt="1" idx="2" type="title"/>
          </p:nvPr>
        </p:nvSpPr>
        <p:spPr>
          <a:xfrm>
            <a:off x="4448345" y="329975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7" name="Google Shape;1157;p22"/>
          <p:cNvSpPr txBox="1"/>
          <p:nvPr>
            <p:ph idx="3" type="subTitle"/>
          </p:nvPr>
        </p:nvSpPr>
        <p:spPr>
          <a:xfrm>
            <a:off x="4448345" y="400578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8" name="Google Shape;1158;p22"/>
          <p:cNvSpPr txBox="1"/>
          <p:nvPr>
            <p:ph hasCustomPrompt="1" idx="4" type="title"/>
          </p:nvPr>
        </p:nvSpPr>
        <p:spPr>
          <a:xfrm>
            <a:off x="2784904" y="1996128"/>
            <a:ext cx="36249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9" name="Google Shape;1159;p22"/>
          <p:cNvSpPr txBox="1"/>
          <p:nvPr>
            <p:ph idx="5" type="subTitle"/>
          </p:nvPr>
        </p:nvSpPr>
        <p:spPr>
          <a:xfrm>
            <a:off x="2784904" y="2702150"/>
            <a:ext cx="36249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160" name="Google Shape;1160;p22"/>
          <p:cNvGrpSpPr/>
          <p:nvPr/>
        </p:nvGrpSpPr>
        <p:grpSpPr>
          <a:xfrm>
            <a:off x="56250" y="3058850"/>
            <a:ext cx="1772075" cy="3126028"/>
            <a:chOff x="56250" y="3058850"/>
            <a:chExt cx="1772075" cy="3126028"/>
          </a:xfrm>
        </p:grpSpPr>
        <p:grpSp>
          <p:nvGrpSpPr>
            <p:cNvPr id="1161" name="Google Shape;1161;p22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183" name="Google Shape;1183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0975" y="3898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25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6" name="Google Shape;1186;p22"/>
          <p:cNvGrpSpPr/>
          <p:nvPr/>
        </p:nvGrpSpPr>
        <p:grpSpPr>
          <a:xfrm>
            <a:off x="7036900" y="-135450"/>
            <a:ext cx="3564951" cy="2530020"/>
            <a:chOff x="7036900" y="-135450"/>
            <a:chExt cx="3564951" cy="2530020"/>
          </a:xfrm>
        </p:grpSpPr>
        <p:grpSp>
          <p:nvGrpSpPr>
            <p:cNvPr id="1187" name="Google Shape;1187;p22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188" name="Google Shape;1188;p22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2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2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2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14" name="Google Shape;121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3690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354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92975" y="1032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23"/>
          <p:cNvSpPr txBox="1"/>
          <p:nvPr>
            <p:ph type="ctrTitle"/>
          </p:nvPr>
        </p:nvSpPr>
        <p:spPr>
          <a:xfrm>
            <a:off x="2429925" y="798950"/>
            <a:ext cx="42840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20" name="Google Shape;1220;p23"/>
          <p:cNvSpPr txBox="1"/>
          <p:nvPr>
            <p:ph idx="1" type="subTitle"/>
          </p:nvPr>
        </p:nvSpPr>
        <p:spPr>
          <a:xfrm>
            <a:off x="2425050" y="1833675"/>
            <a:ext cx="42939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21" name="Google Shape;1221;p23"/>
          <p:cNvGrpSpPr/>
          <p:nvPr/>
        </p:nvGrpSpPr>
        <p:grpSpPr>
          <a:xfrm>
            <a:off x="7430950" y="3601525"/>
            <a:ext cx="3913137" cy="1786950"/>
            <a:chOff x="7430950" y="3601525"/>
            <a:chExt cx="3913137" cy="1786950"/>
          </a:xfrm>
        </p:grpSpPr>
        <p:grpSp>
          <p:nvGrpSpPr>
            <p:cNvPr id="1222" name="Google Shape;1222;p23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223" name="Google Shape;1223;p2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2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2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2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2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2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2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2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2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2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2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53" name="Google Shape;1253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30950" y="42111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4" name="Google Shape;1254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23050" y="3601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5" name="Google Shape;1255;p23"/>
          <p:cNvGrpSpPr/>
          <p:nvPr/>
        </p:nvGrpSpPr>
        <p:grpSpPr>
          <a:xfrm>
            <a:off x="-1684333" y="361707"/>
            <a:ext cx="3460658" cy="1718568"/>
            <a:chOff x="-1684333" y="361707"/>
            <a:chExt cx="3460658" cy="1718568"/>
          </a:xfrm>
        </p:grpSpPr>
        <p:grpSp>
          <p:nvGrpSpPr>
            <p:cNvPr id="1256" name="Google Shape;1256;p23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257" name="Google Shape;1257;p23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23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23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23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23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23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23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23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23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23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23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23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23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23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23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23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23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23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23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23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78" name="Google Shape;1278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9" name="Google Shape;1279;p23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02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0" name="Google Shape;1280;p23"/>
          <p:cNvSpPr txBox="1"/>
          <p:nvPr/>
        </p:nvSpPr>
        <p:spPr>
          <a:xfrm>
            <a:off x="2429925" y="2864475"/>
            <a:ext cx="42840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CREDITS: This presentation template was created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 and includes icons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419" sz="1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and infographics &amp; images by </a:t>
            </a:r>
            <a:r>
              <a:rPr b="1" lang="es-419" sz="1000" u="sng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rect b="b" l="l" r="r" t="t"/>
                <a:pathLst>
                  <a:path extrusionOk="0" h="10695" w="2988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rect b="b" l="l" r="r" t="t"/>
                <a:pathLst>
                  <a:path extrusionOk="0" h="11281" w="52455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rect b="b" l="l" r="r" t="t"/>
                <a:pathLst>
                  <a:path extrusionOk="0" h="2473" w="36074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rect b="b" l="l" r="r" t="t"/>
                <a:pathLst>
                  <a:path extrusionOk="0" h="3169" w="37374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rect b="b" l="l" r="r" t="t"/>
                <a:pathLst>
                  <a:path extrusionOk="0" h="20659" w="65541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rect b="b" l="l" r="r" t="t"/>
                <a:pathLst>
                  <a:path extrusionOk="0" h="18410" w="49018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rect b="b" l="l" r="r" t="t"/>
                <a:pathLst>
                  <a:path extrusionOk="0" h="15336" w="45834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rect b="b" l="l" r="r" t="t"/>
                <a:pathLst>
                  <a:path extrusionOk="0" h="15448" w="7980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rect b="b" l="l" r="r" t="t"/>
                <a:pathLst>
                  <a:path extrusionOk="0" h="7526" w="34031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rect b="b" l="l" r="r" t="t"/>
                <a:pathLst>
                  <a:path extrusionOk="0" h="1965" w="5387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rect b="b" l="l" r="r" t="t"/>
                <a:pathLst>
                  <a:path extrusionOk="0" h="1871" w="187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rect b="b" l="l" r="r" t="t"/>
                <a:pathLst>
                  <a:path extrusionOk="0" h="1870" w="1871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rect b="b" l="l" r="r" t="t"/>
                <a:pathLst>
                  <a:path extrusionOk="0" h="1870" w="1855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rect b="b" l="l" r="r" t="t"/>
                <a:pathLst>
                  <a:path extrusionOk="0" h="1871" w="1871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rect b="b" l="l" r="r" t="t"/>
                <a:pathLst>
                  <a:path extrusionOk="0" h="1870" w="1854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rect b="b" l="l" r="r" t="t"/>
                <a:pathLst>
                  <a:path extrusionOk="0" h="1015" w="8683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26"/>
          <p:cNvSpPr txBox="1"/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бот для лечения </a:t>
            </a:r>
            <a:r>
              <a:rPr lang="es-419"/>
              <a:t>депрессии</a:t>
            </a:r>
            <a:endParaRPr/>
          </a:p>
        </p:txBody>
      </p:sp>
      <p:sp>
        <p:nvSpPr>
          <p:cNvPr id="1406" name="Google Shape;1406;p26"/>
          <p:cNvSpPr txBox="1"/>
          <p:nvPr>
            <p:ph idx="1" type="subTitle"/>
          </p:nvPr>
        </p:nvSpPr>
        <p:spPr>
          <a:xfrm>
            <a:off x="1779300" y="3712571"/>
            <a:ext cx="5218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Android-приложение для первичной психологической поддержки и борьбы с депрессивными состояниями.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07" name="Google Shape;1407;p26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408" name="Google Shape;1408;p26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09" name="Google Shape;1409;p26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0" name="Google Shape;1410;p26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rect b="b" l="l" r="r" t="t"/>
                <a:pathLst>
                  <a:path extrusionOk="0" h="34776" w="17824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26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rect b="b" l="l" r="r" t="t"/>
                <a:pathLst>
                  <a:path extrusionOk="0" h="14370" w="5577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26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rect b="b" l="l" r="r" t="t"/>
                <a:pathLst>
                  <a:path extrusionOk="0" h="48733" w="18426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6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rect b="b" l="l" r="r" t="t"/>
                <a:pathLst>
                  <a:path extrusionOk="0" h="45802" w="15337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6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rect b="b" l="l" r="r" t="t"/>
                <a:pathLst>
                  <a:path extrusionOk="0" h="56480" w="15447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6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rect b="b" l="l" r="r" t="t"/>
                <a:pathLst>
                  <a:path extrusionOk="0" h="21325" w="7701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6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rect b="b" l="l" r="r" t="t"/>
                <a:pathLst>
                  <a:path extrusionOk="0" h="27694" w="6734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6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26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26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26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26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26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rect b="b" l="l" r="r" t="t"/>
                <a:pathLst>
                  <a:path extrusionOk="0" h="1854" w="1871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6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rect b="b" l="l" r="r" t="t"/>
                <a:pathLst>
                  <a:path extrusionOk="0" h="1855" w="187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6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6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6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6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26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rect b="b" l="l" r="r" t="t"/>
                <a:pathLst>
                  <a:path extrusionOk="0" h="2061" w="2076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26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6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31" name="Google Shape;143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2" name="Google Shape;143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3" name="Google Shape;1433;p26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34" name="Google Shape;1434;p26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35" name="Google Shape;1435;p26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rect b="b" l="l" r="r" t="t"/>
                <a:pathLst>
                  <a:path extrusionOk="0" h="21863" w="56829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6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rect b="b" l="l" r="r" t="t"/>
                <a:pathLst>
                  <a:path extrusionOk="0" h="22973" w="63926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6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rect b="b" l="l" r="r" t="t"/>
                <a:pathLst>
                  <a:path extrusionOk="0" h="23163" w="66144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26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rect b="b" l="l" r="r" t="t"/>
                <a:pathLst>
                  <a:path extrusionOk="0" h="23955" w="57431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26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rect b="b" l="l" r="r" t="t"/>
                <a:pathLst>
                  <a:path extrusionOk="0" h="24557" w="61629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26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rect b="b" l="l" r="r" t="t"/>
                <a:pathLst>
                  <a:path extrusionOk="0" h="25507" w="52266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6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rect b="b" l="l" r="r" t="t"/>
                <a:pathLst>
                  <a:path extrusionOk="0" h="28914" w="58999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6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rect b="b" l="l" r="r" t="t"/>
                <a:pathLst>
                  <a:path extrusionOk="0" h="28724" w="62786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6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rect b="b" l="l" r="r" t="t"/>
                <a:pathLst>
                  <a:path extrusionOk="0" h="6671" w="41461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6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rect b="b" l="l" r="r" t="t"/>
                <a:pathLst>
                  <a:path extrusionOk="0" h="30102" w="48527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6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rect b="b" l="l" r="r" t="t"/>
                <a:pathLst>
                  <a:path extrusionOk="0" h="24240" w="44757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26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rect b="b" l="l" r="r" t="t"/>
                <a:pathLst>
                  <a:path extrusionOk="0" h="27361" w="45058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26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rect b="b" l="l" r="r" t="t"/>
                <a:pathLst>
                  <a:path extrusionOk="0" h="29120" w="56639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6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6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6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26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26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rect b="b" l="l" r="r" t="t"/>
                <a:pathLst>
                  <a:path extrusionOk="0" h="1854" w="187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6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6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rect b="b" l="l" r="r" t="t"/>
                <a:pathLst>
                  <a:path extrusionOk="0" h="2077" w="2061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6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26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26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6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6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26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rect b="b" l="l" r="r" t="t"/>
                <a:pathLst>
                  <a:path extrusionOk="0" h="2061" w="206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61" name="Google Shape;1461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2" name="Google Shape;1462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3" name="Google Shape;1463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4" name="Google Shape;1464;p26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65" name="Google Shape;1465;p26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66" name="Google Shape;1466;p26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6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26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26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6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6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26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26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26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26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26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26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26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26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26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26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26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26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26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26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26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487" name="Google Shape;1487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8" name="Google Shape;1488;p2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7"/>
          <p:cNvSpPr txBox="1"/>
          <p:nvPr>
            <p:ph type="title"/>
          </p:nvPr>
        </p:nvSpPr>
        <p:spPr>
          <a:xfrm>
            <a:off x="720009" y="1056050"/>
            <a:ext cx="7704000" cy="29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Доступность: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Бот всегда под рукой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Одиночество и изоляция: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 использует эмпатичные префиксы</a:t>
            </a:r>
            <a:b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3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400"/>
              <a:buFont typeface="Montserrat"/>
              <a:buChar char="●"/>
            </a:pPr>
            <a:r>
              <a:rPr lang="es-419" sz="13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Анонимность: </a:t>
            </a:r>
            <a:r>
              <a:rPr lang="es-419" sz="1200">
                <a:solidFill>
                  <a:srgbClr val="EDEEF0"/>
                </a:solidFill>
                <a:latin typeface="Roboto"/>
                <a:ea typeface="Roboto"/>
                <a:cs typeface="Roboto"/>
                <a:sym typeface="Roboto"/>
              </a:rPr>
              <a:t>Анонимное общение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4" name="Google Shape;1494;p27"/>
          <p:cNvSpPr txBox="1"/>
          <p:nvPr>
            <p:ph idx="7" type="title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Какую проблему решаем</a:t>
            </a:r>
            <a:endParaRPr b="1" sz="16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s-419" sz="18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Технический стек</a:t>
            </a:r>
            <a:endParaRPr b="1" sz="18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00" name="Google Shape;1500;p28"/>
          <p:cNvGraphicFramePr/>
          <p:nvPr/>
        </p:nvGraphicFramePr>
        <p:xfrm>
          <a:off x="720000" y="15480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{C4144284-763E-4D27-913C-8F4BC446E444}</a:tableStyleId>
              </a:tblPr>
              <a:tblGrid>
                <a:gridCol w="2407125"/>
                <a:gridCol w="5212825"/>
              </a:tblGrid>
              <a:tr h="39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Язык программирования</a:t>
                      </a:r>
                      <a:endParaRPr b="1" sz="800" u="sng">
                        <a:solidFill>
                          <a:schemeClr val="dk1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Java</a:t>
                      </a:r>
                      <a:endParaRPr sz="1000">
                        <a:solidFill>
                          <a:schemeClr val="dk1"/>
                        </a:solidFill>
                        <a:latin typeface="Saira"/>
                        <a:ea typeface="Saira"/>
                        <a:cs typeface="Saira"/>
                        <a:sym typeface="Saira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Платформа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Android SDK (Minimum SDK 23, Target SDK 36).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Сборка проекта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Gradle (Kotlin DSL)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Архитектура UI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Material Design,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RecyclerView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для динамического отображения чата,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ConstraintLayout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000">
                          <a:solidFill>
                            <a:srgbClr val="EDEEF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Логика</a:t>
                      </a:r>
                      <a:endParaRPr b="1" sz="8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 </a:t>
                      </a:r>
                      <a:r>
                        <a:rPr lang="es-419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Обработка паттернов текста (Keyword matching) и управление контекстом пользователя через </a:t>
                      </a:r>
                      <a:r>
                        <a:rPr lang="es-419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HashMap</a:t>
                      </a:r>
                      <a:endParaRPr sz="10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" name="Google Shape;15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225" y="152400"/>
            <a:ext cx="214409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29"/>
          <p:cNvSpPr txBox="1"/>
          <p:nvPr>
            <p:ph idx="4294967295" type="title"/>
          </p:nvPr>
        </p:nvSpPr>
        <p:spPr>
          <a:xfrm>
            <a:off x="720000" y="445025"/>
            <a:ext cx="770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 Дизайн</a:t>
            </a:r>
            <a:endParaRPr b="1" sz="16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1" name="Google Shape;1511;p30"/>
          <p:cNvGrpSpPr/>
          <p:nvPr/>
        </p:nvGrpSpPr>
        <p:grpSpPr>
          <a:xfrm>
            <a:off x="-1312494" y="3529769"/>
            <a:ext cx="3277952" cy="1537297"/>
            <a:chOff x="-1312494" y="3529769"/>
            <a:chExt cx="3277952" cy="1537297"/>
          </a:xfrm>
        </p:grpSpPr>
        <p:grpSp>
          <p:nvGrpSpPr>
            <p:cNvPr id="1512" name="Google Shape;1512;p30"/>
            <p:cNvGrpSpPr/>
            <p:nvPr/>
          </p:nvGrpSpPr>
          <p:grpSpPr>
            <a:xfrm>
              <a:off x="-1312494" y="3529769"/>
              <a:ext cx="2907181" cy="1177348"/>
              <a:chOff x="2442775" y="3274750"/>
              <a:chExt cx="1690025" cy="684425"/>
            </a:xfrm>
          </p:grpSpPr>
          <p:sp>
            <p:nvSpPr>
              <p:cNvPr id="1513" name="Google Shape;1513;p30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rect b="b" l="l" r="r" t="t"/>
                <a:pathLst>
                  <a:path extrusionOk="0" h="17824" w="34807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0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rect b="b" l="l" r="r" t="t"/>
                <a:pathLst>
                  <a:path extrusionOk="0" h="5562" w="14386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0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rect b="b" l="l" r="r" t="t"/>
                <a:pathLst>
                  <a:path extrusionOk="0" h="18411" w="48749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30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rect b="b" l="l" r="r" t="t"/>
                <a:pathLst>
                  <a:path extrusionOk="0" h="15321" w="45802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rect b="b" l="l" r="r" t="t"/>
                <a:pathLst>
                  <a:path extrusionOk="0" h="15448" w="56495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rect b="b" l="l" r="r" t="t"/>
                <a:pathLst>
                  <a:path extrusionOk="0" h="7700" w="21309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rect b="b" l="l" r="r" t="t"/>
                <a:pathLst>
                  <a:path extrusionOk="0" h="6734" w="2771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rect b="b" l="l" r="r" t="t"/>
                <a:pathLst>
                  <a:path extrusionOk="0" h="1855" w="1855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0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rect b="b" l="l" r="r" t="t"/>
                <a:pathLst>
                  <a:path extrusionOk="0" h="1854" w="1855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p30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rect b="b" l="l" r="r" t="t"/>
                <a:pathLst>
                  <a:path extrusionOk="0" h="1855" w="1854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rect b="b" l="l" r="r" t="t"/>
                <a:pathLst>
                  <a:path extrusionOk="0" h="1870" w="187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rect b="b" l="l" r="r" t="t"/>
                <a:pathLst>
                  <a:path extrusionOk="0" h="1854" w="1854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rect b="b" l="l" r="r" t="t"/>
                <a:pathLst>
                  <a:path extrusionOk="0" h="1855" w="1871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0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0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rect b="b" l="l" r="r" t="t"/>
                <a:pathLst>
                  <a:path extrusionOk="0" h="2061" w="2061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rect b="b" l="l" r="r" t="t"/>
                <a:pathLst>
                  <a:path extrusionOk="0" h="2060" w="2061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0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rect b="b" l="l" r="r" t="t"/>
                <a:pathLst>
                  <a:path extrusionOk="0" h="2077" w="206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0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rect b="b" l="l" r="r" t="t"/>
                <a:pathLst>
                  <a:path extrusionOk="0" h="2060" w="206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4" name="Google Shape;1534;p30"/>
            <p:cNvSpPr/>
            <p:nvPr/>
          </p:nvSpPr>
          <p:spPr>
            <a:xfrm>
              <a:off x="1133858" y="4080540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142333" y="4235465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  <p:sp>
        <p:nvSpPr>
          <p:cNvPr id="1536" name="Google Shape;1536;p30"/>
          <p:cNvSpPr txBox="1"/>
          <p:nvPr>
            <p:ph idx="4294967295" type="title"/>
          </p:nvPr>
        </p:nvSpPr>
        <p:spPr>
          <a:xfrm>
            <a:off x="3746100" y="507275"/>
            <a:ext cx="16518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заключение</a:t>
            </a:r>
            <a:endParaRPr/>
          </a:p>
        </p:txBody>
      </p:sp>
      <p:sp>
        <p:nvSpPr>
          <p:cNvPr id="1537" name="Google Shape;1537;p30"/>
          <p:cNvSpPr txBox="1"/>
          <p:nvPr/>
        </p:nvSpPr>
        <p:spPr>
          <a:xfrm>
            <a:off x="1965450" y="1030775"/>
            <a:ext cx="5266800" cy="23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Разработано легкое Android-приложение — чат-бот для 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эмоциональной поддержки людей с депрессией и тревогой.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Функционал: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несколько тематических блоков (боль, одиночество, гнев, сон...)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множество вариантов ответов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Контекстная память диалога</a:t>
            </a:r>
            <a:endParaRPr sz="1100">
              <a:solidFill>
                <a:srgbClr val="EDEEF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Кризисный протокол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31"/>
          <p:cNvSpPr txBox="1"/>
          <p:nvPr>
            <p:ph idx="4294967295" type="title"/>
          </p:nvPr>
        </p:nvSpPr>
        <p:spPr>
          <a:xfrm>
            <a:off x="0" y="1932150"/>
            <a:ext cx="9144000" cy="5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</a:t>
            </a:r>
            <a:r>
              <a:rPr b="1" lang="es-419" sz="1600">
                <a:solidFill>
                  <a:srgbClr val="EDEEF0"/>
                </a:solidFill>
                <a:latin typeface="Montserrat"/>
                <a:ea typeface="Montserrat"/>
                <a:cs typeface="Montserrat"/>
                <a:sym typeface="Montserrat"/>
              </a:rPr>
              <a:t>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